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1" r:id="rId2"/>
    <p:sldId id="262" r:id="rId3"/>
    <p:sldId id="269" r:id="rId4"/>
    <p:sldId id="263" r:id="rId5"/>
    <p:sldId id="265" r:id="rId6"/>
    <p:sldId id="268"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5AD"/>
    <a:srgbClr val="041C2C"/>
    <a:srgbClr val="1E22AA"/>
    <a:srgbClr val="D9D9D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182A1B8-353E-48A8-99A2-5221AD9C4ED4}" v="7" dt="2024-11-13T17:57:48.57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6" d="100"/>
          <a:sy n="106" d="100"/>
        </p:scale>
        <p:origin x="50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an Jose Florez" userId="dd1ceb10-4736-4ec6-a13d-e0c84de6c4b1" providerId="ADAL" clId="{C182A1B8-353E-48A8-99A2-5221AD9C4ED4}"/>
    <pc:docChg chg="modSld">
      <pc:chgData name="Juan Jose Florez" userId="dd1ceb10-4736-4ec6-a13d-e0c84de6c4b1" providerId="ADAL" clId="{C182A1B8-353E-48A8-99A2-5221AD9C4ED4}" dt="2024-11-13T17:57:48.570" v="25" actId="20577"/>
      <pc:docMkLst>
        <pc:docMk/>
      </pc:docMkLst>
      <pc:sldChg chg="modSp mod">
        <pc:chgData name="Juan Jose Florez" userId="dd1ceb10-4736-4ec6-a13d-e0c84de6c4b1" providerId="ADAL" clId="{C182A1B8-353E-48A8-99A2-5221AD9C4ED4}" dt="2024-11-13T16:09:36.829" v="19" actId="20577"/>
        <pc:sldMkLst>
          <pc:docMk/>
          <pc:sldMk cId="1545833974" sldId="261"/>
        </pc:sldMkLst>
        <pc:spChg chg="mod">
          <ac:chgData name="Juan Jose Florez" userId="dd1ceb10-4736-4ec6-a13d-e0c84de6c4b1" providerId="ADAL" clId="{C182A1B8-353E-48A8-99A2-5221AD9C4ED4}" dt="2024-11-13T16:09:36.829" v="19" actId="20577"/>
          <ac:spMkLst>
            <pc:docMk/>
            <pc:sldMk cId="1545833974" sldId="261"/>
            <ac:spMk id="2" creationId="{7F28ABD6-85E9-BC30-479E-16F51A3E443F}"/>
          </ac:spMkLst>
        </pc:spChg>
      </pc:sldChg>
      <pc:sldChg chg="modSp">
        <pc:chgData name="Juan Jose Florez" userId="dd1ceb10-4736-4ec6-a13d-e0c84de6c4b1" providerId="ADAL" clId="{C182A1B8-353E-48A8-99A2-5221AD9C4ED4}" dt="2024-11-13T17:57:48.570" v="25" actId="20577"/>
        <pc:sldMkLst>
          <pc:docMk/>
          <pc:sldMk cId="1774443565" sldId="265"/>
        </pc:sldMkLst>
        <pc:graphicFrameChg chg="mod">
          <ac:chgData name="Juan Jose Florez" userId="dd1ceb10-4736-4ec6-a13d-e0c84de6c4b1" providerId="ADAL" clId="{C182A1B8-353E-48A8-99A2-5221AD9C4ED4}" dt="2024-11-13T17:57:48.570" v="25" actId="20577"/>
          <ac:graphicFrameMkLst>
            <pc:docMk/>
            <pc:sldMk cId="1774443565" sldId="265"/>
            <ac:graphicFrameMk id="6" creationId="{50F76662-42AC-08FD-3861-8108795E80AA}"/>
          </ac:graphicFrameMkLst>
        </pc:graphicFrameChg>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10" Type="http://schemas.openxmlformats.org/officeDocument/2006/relationships/image" Target="../media/image16.svg"/><Relationship Id="rId4" Type="http://schemas.openxmlformats.org/officeDocument/2006/relationships/image" Target="../media/image10.svg"/><Relationship Id="rId9" Type="http://schemas.openxmlformats.org/officeDocument/2006/relationships/image" Target="../media/image15.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10" Type="http://schemas.openxmlformats.org/officeDocument/2006/relationships/image" Target="../media/image16.svg"/><Relationship Id="rId4" Type="http://schemas.openxmlformats.org/officeDocument/2006/relationships/image" Target="../media/image10.svg"/><Relationship Id="rId9" Type="http://schemas.openxmlformats.org/officeDocument/2006/relationships/image" Target="../media/image15.png"/></Relationships>
</file>

<file path=ppt/diagrams/colors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3B17821-38D5-451C-BEA0-9FC8D22F659D}" type="doc">
      <dgm:prSet loTypeId="urn:microsoft.com/office/officeart/2005/8/layout/vList3" loCatId="list" qsTypeId="urn:microsoft.com/office/officeart/2005/8/quickstyle/simple1" qsCatId="simple" csTypeId="urn:microsoft.com/office/officeart/2005/8/colors/accent1_1" csCatId="accent1" phldr="1"/>
      <dgm:spPr/>
      <dgm:t>
        <a:bodyPr/>
        <a:lstStyle/>
        <a:p>
          <a:endParaRPr lang="en-US"/>
        </a:p>
      </dgm:t>
    </dgm:pt>
    <dgm:pt modelId="{BBBA200E-3195-45AE-954B-83F83DE409D2}">
      <dgm:prSet/>
      <dgm:spPr/>
      <dgm:t>
        <a:bodyPr/>
        <a:lstStyle/>
        <a:p>
          <a:r>
            <a:rPr lang="en-US" b="1"/>
            <a:t>Reliability and Performance</a:t>
          </a:r>
          <a:r>
            <a:rPr lang="en-US"/>
            <a:t>: Celerity Fiber’s 100% fiber network offers high-speed, stable internet that meets the growing demand for seamless connectivity in MDUs, from everyday streaming to work-from-home needs.</a:t>
          </a:r>
        </a:p>
      </dgm:t>
    </dgm:pt>
    <dgm:pt modelId="{7FE0D843-D0F3-474D-ABFF-CACACC5EA13A}" type="parTrans" cxnId="{313E796B-7D72-4CBF-8D21-FE5DEF76C2CD}">
      <dgm:prSet/>
      <dgm:spPr/>
      <dgm:t>
        <a:bodyPr/>
        <a:lstStyle/>
        <a:p>
          <a:endParaRPr lang="en-US"/>
        </a:p>
      </dgm:t>
    </dgm:pt>
    <dgm:pt modelId="{6293F5E6-13D2-422F-B810-6BDF7FDAF8E5}" type="sibTrans" cxnId="{313E796B-7D72-4CBF-8D21-FE5DEF76C2CD}">
      <dgm:prSet/>
      <dgm:spPr/>
      <dgm:t>
        <a:bodyPr/>
        <a:lstStyle/>
        <a:p>
          <a:endParaRPr lang="en-US"/>
        </a:p>
      </dgm:t>
    </dgm:pt>
    <dgm:pt modelId="{7DAA13CC-E94E-4664-A327-ECCF8688AE7C}">
      <dgm:prSet/>
      <dgm:spPr/>
      <dgm:t>
        <a:bodyPr/>
        <a:lstStyle/>
        <a:p>
          <a:r>
            <a:rPr lang="en-US" b="1"/>
            <a:t>Florida-Based Expertise</a:t>
          </a:r>
          <a:r>
            <a:rPr lang="en-US"/>
            <a:t>: As a local provider with extensive knowledge of the Florida MDU market, Celerity Fiber understands the specific needs of property managers, developers, and residents in South Florida, ensuring tailored solutions that larger competitors can’t match.</a:t>
          </a:r>
        </a:p>
      </dgm:t>
    </dgm:pt>
    <dgm:pt modelId="{445CE8CD-A411-42C2-8EFB-FC541A69B0F0}" type="parTrans" cxnId="{5BEA66D1-DBB6-4C31-A356-355A6E243E57}">
      <dgm:prSet/>
      <dgm:spPr/>
      <dgm:t>
        <a:bodyPr/>
        <a:lstStyle/>
        <a:p>
          <a:endParaRPr lang="en-US"/>
        </a:p>
      </dgm:t>
    </dgm:pt>
    <dgm:pt modelId="{D2565E5B-2C10-4027-AE66-E8734249F986}" type="sibTrans" cxnId="{5BEA66D1-DBB6-4C31-A356-355A6E243E57}">
      <dgm:prSet/>
      <dgm:spPr/>
      <dgm:t>
        <a:bodyPr/>
        <a:lstStyle/>
        <a:p>
          <a:endParaRPr lang="en-US"/>
        </a:p>
      </dgm:t>
    </dgm:pt>
    <dgm:pt modelId="{6592FF2A-9325-4F6E-B0E6-F9D69E8B3863}">
      <dgm:prSet/>
      <dgm:spPr/>
      <dgm:t>
        <a:bodyPr/>
        <a:lstStyle/>
        <a:p>
          <a:r>
            <a:rPr lang="en-US" b="1"/>
            <a:t>Superior Customer Experience</a:t>
          </a:r>
          <a:r>
            <a:rPr lang="en-US"/>
            <a:t>: With in-house support, Celerity Fiber provides fast, personalized service to solve issues quickly and keep tenants satisfied, leading to improved tenant retention and better property reviews.</a:t>
          </a:r>
        </a:p>
      </dgm:t>
    </dgm:pt>
    <dgm:pt modelId="{40424F80-78BA-49E6-BD7F-C50416AB1298}" type="parTrans" cxnId="{D54EC6B5-D67D-4BD2-9DE3-F381D6694467}">
      <dgm:prSet/>
      <dgm:spPr/>
      <dgm:t>
        <a:bodyPr/>
        <a:lstStyle/>
        <a:p>
          <a:endParaRPr lang="en-US"/>
        </a:p>
      </dgm:t>
    </dgm:pt>
    <dgm:pt modelId="{1BD1A330-4EC7-4250-8A8A-43A6C0299636}" type="sibTrans" cxnId="{D54EC6B5-D67D-4BD2-9DE3-F381D6694467}">
      <dgm:prSet/>
      <dgm:spPr/>
      <dgm:t>
        <a:bodyPr/>
        <a:lstStyle/>
        <a:p>
          <a:endParaRPr lang="en-US"/>
        </a:p>
      </dgm:t>
    </dgm:pt>
    <dgm:pt modelId="{13C5F753-DAF5-412E-A31F-7C7DB8C0B2DE}">
      <dgm:prSet/>
      <dgm:spPr/>
      <dgm:t>
        <a:bodyPr/>
        <a:lstStyle/>
        <a:p>
          <a:r>
            <a:rPr lang="en-US" b="1"/>
            <a:t>Scalable and Flexible Solutions</a:t>
          </a:r>
          <a:r>
            <a:rPr lang="en-US"/>
            <a:t>: Celerity Fiber offers customizable packages, making it easy for MDUs to scale their connectivity options based on property size and tenant demand. This flexibility gives property managers the freedom to choose plans that best meet their budget and tenant needs.</a:t>
          </a:r>
        </a:p>
      </dgm:t>
    </dgm:pt>
    <dgm:pt modelId="{5470DF9A-B3FD-4755-947A-0EFF8071B802}" type="parTrans" cxnId="{33A6DD5A-93DB-4EB2-9BFB-446DACD5F432}">
      <dgm:prSet/>
      <dgm:spPr/>
      <dgm:t>
        <a:bodyPr/>
        <a:lstStyle/>
        <a:p>
          <a:endParaRPr lang="en-US"/>
        </a:p>
      </dgm:t>
    </dgm:pt>
    <dgm:pt modelId="{06C62FC3-463A-459C-84DD-981A7808BAC0}" type="sibTrans" cxnId="{33A6DD5A-93DB-4EB2-9BFB-446DACD5F432}">
      <dgm:prSet/>
      <dgm:spPr/>
      <dgm:t>
        <a:bodyPr/>
        <a:lstStyle/>
        <a:p>
          <a:endParaRPr lang="en-US"/>
        </a:p>
      </dgm:t>
    </dgm:pt>
    <dgm:pt modelId="{D8E13B22-89CB-41A6-98C5-37841516478D}">
      <dgm:prSet/>
      <dgm:spPr/>
      <dgm:t>
        <a:bodyPr/>
        <a:lstStyle/>
        <a:p>
          <a:r>
            <a:rPr lang="en-US" b="1"/>
            <a:t>Managed WiFi Services</a:t>
          </a:r>
          <a:r>
            <a:rPr lang="en-US"/>
            <a:t>: Our managed WiFi solutions deliver consistent, property-wide coverage, helping MDUs create connected environments that attract new tenants and increase satisfaction among current residents.</a:t>
          </a:r>
        </a:p>
      </dgm:t>
    </dgm:pt>
    <dgm:pt modelId="{7EB3E94B-0711-4559-8E7C-3A3CE0E1CF24}" type="parTrans" cxnId="{5962084F-0C89-4A6D-BAD0-7C7167B55A2D}">
      <dgm:prSet/>
      <dgm:spPr/>
      <dgm:t>
        <a:bodyPr/>
        <a:lstStyle/>
        <a:p>
          <a:endParaRPr lang="en-US"/>
        </a:p>
      </dgm:t>
    </dgm:pt>
    <dgm:pt modelId="{C127C280-6363-4451-A59B-5249F112068C}" type="sibTrans" cxnId="{5962084F-0C89-4A6D-BAD0-7C7167B55A2D}">
      <dgm:prSet/>
      <dgm:spPr/>
      <dgm:t>
        <a:bodyPr/>
        <a:lstStyle/>
        <a:p>
          <a:endParaRPr lang="en-US"/>
        </a:p>
      </dgm:t>
    </dgm:pt>
    <dgm:pt modelId="{5F4C1093-CFD5-4658-9BCB-EA1DCD5191DA}" type="pres">
      <dgm:prSet presAssocID="{73B17821-38D5-451C-BEA0-9FC8D22F659D}" presName="linearFlow" presStyleCnt="0">
        <dgm:presLayoutVars>
          <dgm:dir/>
          <dgm:resizeHandles val="exact"/>
        </dgm:presLayoutVars>
      </dgm:prSet>
      <dgm:spPr/>
    </dgm:pt>
    <dgm:pt modelId="{1A906C3E-D745-4C15-9B41-131294BAAF61}" type="pres">
      <dgm:prSet presAssocID="{BBBA200E-3195-45AE-954B-83F83DE409D2}" presName="composite" presStyleCnt="0"/>
      <dgm:spPr/>
    </dgm:pt>
    <dgm:pt modelId="{E6CAFEC0-0BEA-4CA5-B4F8-466831717AB3}" type="pres">
      <dgm:prSet presAssocID="{BBBA200E-3195-45AE-954B-83F83DE409D2}" presName="imgShp" presStyleLbl="fgImgPlac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Wireless router"/>
        </a:ext>
      </dgm:extLst>
    </dgm:pt>
    <dgm:pt modelId="{3BEB9DE9-4F05-4A54-9148-AEE278E41C30}" type="pres">
      <dgm:prSet presAssocID="{BBBA200E-3195-45AE-954B-83F83DE409D2}" presName="txShp" presStyleLbl="node1" presStyleIdx="0" presStyleCnt="5">
        <dgm:presLayoutVars>
          <dgm:bulletEnabled val="1"/>
        </dgm:presLayoutVars>
      </dgm:prSet>
      <dgm:spPr/>
    </dgm:pt>
    <dgm:pt modelId="{7044796F-A4BC-4250-92A3-2222F3F96CC2}" type="pres">
      <dgm:prSet presAssocID="{6293F5E6-13D2-422F-B810-6BDF7FDAF8E5}" presName="spacing" presStyleCnt="0"/>
      <dgm:spPr/>
    </dgm:pt>
    <dgm:pt modelId="{9D521E42-4932-4F70-9FFD-419D70235713}" type="pres">
      <dgm:prSet presAssocID="{7DAA13CC-E94E-4664-A327-ECCF8688AE7C}" presName="composite" presStyleCnt="0"/>
      <dgm:spPr/>
    </dgm:pt>
    <dgm:pt modelId="{765439B8-EB26-4984-A7BD-0DA22BC70B9E}" type="pres">
      <dgm:prSet presAssocID="{7DAA13CC-E94E-4664-A327-ECCF8688AE7C}" presName="imgShp" presStyleLbl="fgImgPlace1" presStyleIdx="1" presStyleCnt="5"/>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Neighborhood with solid fill"/>
        </a:ext>
      </dgm:extLst>
    </dgm:pt>
    <dgm:pt modelId="{24D5B6C8-E7A0-40A6-AE37-6D1BB3613487}" type="pres">
      <dgm:prSet presAssocID="{7DAA13CC-E94E-4664-A327-ECCF8688AE7C}" presName="txShp" presStyleLbl="node1" presStyleIdx="1" presStyleCnt="5">
        <dgm:presLayoutVars>
          <dgm:bulletEnabled val="1"/>
        </dgm:presLayoutVars>
      </dgm:prSet>
      <dgm:spPr/>
    </dgm:pt>
    <dgm:pt modelId="{34174BB1-199F-46FF-803A-84062862E8CA}" type="pres">
      <dgm:prSet presAssocID="{D2565E5B-2C10-4027-AE66-E8734249F986}" presName="spacing" presStyleCnt="0"/>
      <dgm:spPr/>
    </dgm:pt>
    <dgm:pt modelId="{C99A40A9-F0E7-45DC-BDD8-7A192090EC52}" type="pres">
      <dgm:prSet presAssocID="{6592FF2A-9325-4F6E-B0E6-F9D69E8B3863}" presName="composite" presStyleCnt="0"/>
      <dgm:spPr/>
    </dgm:pt>
    <dgm:pt modelId="{FED33D77-D31E-4F57-8DDA-7F3764EAE717}" type="pres">
      <dgm:prSet presAssocID="{6592FF2A-9325-4F6E-B0E6-F9D69E8B3863}" presName="imgShp" presStyleLbl="fgImgPlace1" presStyleIdx="2" presStyleCnt="5"/>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Rating with solid fill"/>
        </a:ext>
      </dgm:extLst>
    </dgm:pt>
    <dgm:pt modelId="{C5F3FE61-F7CB-47D6-B23C-D2CDF91E81A6}" type="pres">
      <dgm:prSet presAssocID="{6592FF2A-9325-4F6E-B0E6-F9D69E8B3863}" presName="txShp" presStyleLbl="node1" presStyleIdx="2" presStyleCnt="5">
        <dgm:presLayoutVars>
          <dgm:bulletEnabled val="1"/>
        </dgm:presLayoutVars>
      </dgm:prSet>
      <dgm:spPr/>
    </dgm:pt>
    <dgm:pt modelId="{4FEB302F-F32D-4954-B8BF-FC2CBD24C602}" type="pres">
      <dgm:prSet presAssocID="{1BD1A330-4EC7-4250-8A8A-43A6C0299636}" presName="spacing" presStyleCnt="0"/>
      <dgm:spPr/>
    </dgm:pt>
    <dgm:pt modelId="{90655064-49EC-4E2D-AFA2-49CFF524AC81}" type="pres">
      <dgm:prSet presAssocID="{13C5F753-DAF5-412E-A31F-7C7DB8C0B2DE}" presName="composite" presStyleCnt="0"/>
      <dgm:spPr/>
    </dgm:pt>
    <dgm:pt modelId="{285A41BA-4E85-4586-98A5-D2AD893F85E6}" type="pres">
      <dgm:prSet presAssocID="{13C5F753-DAF5-412E-A31F-7C7DB8C0B2DE}" presName="imgShp" presStyleLbl="fgImgPlace1" presStyleIdx="3" presStyleCnt="5"/>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dgm:spPr>
      <dgm:extLst>
        <a:ext uri="{E40237B7-FDA0-4F09-8148-C483321AD2D9}">
          <dgm14:cNvPr xmlns:dgm14="http://schemas.microsoft.com/office/drawing/2010/diagram" id="0" name="" descr="Exponential Graph with solid fill"/>
        </a:ext>
      </dgm:extLst>
    </dgm:pt>
    <dgm:pt modelId="{02CC9E74-0D87-406B-AAB6-0F65EF1E214B}" type="pres">
      <dgm:prSet presAssocID="{13C5F753-DAF5-412E-A31F-7C7DB8C0B2DE}" presName="txShp" presStyleLbl="node1" presStyleIdx="3" presStyleCnt="5">
        <dgm:presLayoutVars>
          <dgm:bulletEnabled val="1"/>
        </dgm:presLayoutVars>
      </dgm:prSet>
      <dgm:spPr/>
    </dgm:pt>
    <dgm:pt modelId="{06242286-CFB9-45A3-9E61-FE0A3795FAD5}" type="pres">
      <dgm:prSet presAssocID="{06C62FC3-463A-459C-84DD-981A7808BAC0}" presName="spacing" presStyleCnt="0"/>
      <dgm:spPr/>
    </dgm:pt>
    <dgm:pt modelId="{134FD99E-A079-4478-8C83-D339F3D6A3C5}" type="pres">
      <dgm:prSet presAssocID="{D8E13B22-89CB-41A6-98C5-37841516478D}" presName="composite" presStyleCnt="0"/>
      <dgm:spPr/>
    </dgm:pt>
    <dgm:pt modelId="{4BA4E77B-9D10-4EA0-A445-34FEC3ECB32B}" type="pres">
      <dgm:prSet presAssocID="{D8E13B22-89CB-41A6-98C5-37841516478D}" presName="imgShp" presStyleLbl="fgImgPlace1" presStyleIdx="4" presStyleCnt="5"/>
      <dgm:spPr>
        <a:blipFill>
          <a:blip xmlns:r="http://schemas.openxmlformats.org/officeDocument/2006/relationships" r:embed="rId9">
            <a:extLst>
              <a:ext uri="{96DAC541-7B7A-43D3-8B79-37D633B846F1}">
                <asvg:svgBlip xmlns:asvg="http://schemas.microsoft.com/office/drawing/2016/SVG/main" r:embed="rId10"/>
              </a:ext>
            </a:extLst>
          </a:blip>
          <a:srcRect/>
          <a:stretch>
            <a:fillRect/>
          </a:stretch>
        </a:blipFill>
      </dgm:spPr>
      <dgm:extLst>
        <a:ext uri="{E40237B7-FDA0-4F09-8148-C483321AD2D9}">
          <dgm14:cNvPr xmlns:dgm14="http://schemas.microsoft.com/office/drawing/2010/diagram" id="0" name="" descr="Puzzle pieces with solid fill"/>
        </a:ext>
      </dgm:extLst>
    </dgm:pt>
    <dgm:pt modelId="{58CE6848-07DA-454A-A572-513FEECCDA98}" type="pres">
      <dgm:prSet presAssocID="{D8E13B22-89CB-41A6-98C5-37841516478D}" presName="txShp" presStyleLbl="node1" presStyleIdx="4" presStyleCnt="5">
        <dgm:presLayoutVars>
          <dgm:bulletEnabled val="1"/>
        </dgm:presLayoutVars>
      </dgm:prSet>
      <dgm:spPr/>
    </dgm:pt>
  </dgm:ptLst>
  <dgm:cxnLst>
    <dgm:cxn modelId="{0466013D-163A-4A5F-AACF-50F86B0E5393}" type="presOf" srcId="{13C5F753-DAF5-412E-A31F-7C7DB8C0B2DE}" destId="{02CC9E74-0D87-406B-AAB6-0F65EF1E214B}" srcOrd="0" destOrd="0" presId="urn:microsoft.com/office/officeart/2005/8/layout/vList3"/>
    <dgm:cxn modelId="{313E796B-7D72-4CBF-8D21-FE5DEF76C2CD}" srcId="{73B17821-38D5-451C-BEA0-9FC8D22F659D}" destId="{BBBA200E-3195-45AE-954B-83F83DE409D2}" srcOrd="0" destOrd="0" parTransId="{7FE0D843-D0F3-474D-ABFF-CACACC5EA13A}" sibTransId="{6293F5E6-13D2-422F-B810-6BDF7FDAF8E5}"/>
    <dgm:cxn modelId="{5962084F-0C89-4A6D-BAD0-7C7167B55A2D}" srcId="{73B17821-38D5-451C-BEA0-9FC8D22F659D}" destId="{D8E13B22-89CB-41A6-98C5-37841516478D}" srcOrd="4" destOrd="0" parTransId="{7EB3E94B-0711-4559-8E7C-3A3CE0E1CF24}" sibTransId="{C127C280-6363-4451-A59B-5249F112068C}"/>
    <dgm:cxn modelId="{9DFE0751-3F33-421A-8614-21D53F75D79D}" type="presOf" srcId="{73B17821-38D5-451C-BEA0-9FC8D22F659D}" destId="{5F4C1093-CFD5-4658-9BCB-EA1DCD5191DA}" srcOrd="0" destOrd="0" presId="urn:microsoft.com/office/officeart/2005/8/layout/vList3"/>
    <dgm:cxn modelId="{33A6DD5A-93DB-4EB2-9BFB-446DACD5F432}" srcId="{73B17821-38D5-451C-BEA0-9FC8D22F659D}" destId="{13C5F753-DAF5-412E-A31F-7C7DB8C0B2DE}" srcOrd="3" destOrd="0" parTransId="{5470DF9A-B3FD-4755-947A-0EFF8071B802}" sibTransId="{06C62FC3-463A-459C-84DD-981A7808BAC0}"/>
    <dgm:cxn modelId="{0D74C192-058A-4F19-AB84-FFCCD3793D06}" type="presOf" srcId="{D8E13B22-89CB-41A6-98C5-37841516478D}" destId="{58CE6848-07DA-454A-A572-513FEECCDA98}" srcOrd="0" destOrd="0" presId="urn:microsoft.com/office/officeart/2005/8/layout/vList3"/>
    <dgm:cxn modelId="{D54EC6B5-D67D-4BD2-9DE3-F381D6694467}" srcId="{73B17821-38D5-451C-BEA0-9FC8D22F659D}" destId="{6592FF2A-9325-4F6E-B0E6-F9D69E8B3863}" srcOrd="2" destOrd="0" parTransId="{40424F80-78BA-49E6-BD7F-C50416AB1298}" sibTransId="{1BD1A330-4EC7-4250-8A8A-43A6C0299636}"/>
    <dgm:cxn modelId="{56D9F9B5-CABA-400C-9F06-320B0B1DDA97}" type="presOf" srcId="{6592FF2A-9325-4F6E-B0E6-F9D69E8B3863}" destId="{C5F3FE61-F7CB-47D6-B23C-D2CDF91E81A6}" srcOrd="0" destOrd="0" presId="urn:microsoft.com/office/officeart/2005/8/layout/vList3"/>
    <dgm:cxn modelId="{5BEA66D1-DBB6-4C31-A356-355A6E243E57}" srcId="{73B17821-38D5-451C-BEA0-9FC8D22F659D}" destId="{7DAA13CC-E94E-4664-A327-ECCF8688AE7C}" srcOrd="1" destOrd="0" parTransId="{445CE8CD-A411-42C2-8EFB-FC541A69B0F0}" sibTransId="{D2565E5B-2C10-4027-AE66-E8734249F986}"/>
    <dgm:cxn modelId="{8B02D8D1-78FD-4BBD-8094-733C6C458AC3}" type="presOf" srcId="{7DAA13CC-E94E-4664-A327-ECCF8688AE7C}" destId="{24D5B6C8-E7A0-40A6-AE37-6D1BB3613487}" srcOrd="0" destOrd="0" presId="urn:microsoft.com/office/officeart/2005/8/layout/vList3"/>
    <dgm:cxn modelId="{C6F0B6E0-194A-4827-BF5A-6C68257431F3}" type="presOf" srcId="{BBBA200E-3195-45AE-954B-83F83DE409D2}" destId="{3BEB9DE9-4F05-4A54-9148-AEE278E41C30}" srcOrd="0" destOrd="0" presId="urn:microsoft.com/office/officeart/2005/8/layout/vList3"/>
    <dgm:cxn modelId="{3E9B45DC-98BD-4F7B-BAF7-8893A4D666AE}" type="presParOf" srcId="{5F4C1093-CFD5-4658-9BCB-EA1DCD5191DA}" destId="{1A906C3E-D745-4C15-9B41-131294BAAF61}" srcOrd="0" destOrd="0" presId="urn:microsoft.com/office/officeart/2005/8/layout/vList3"/>
    <dgm:cxn modelId="{DFE32244-3007-4B7B-ACFD-EF35BABED013}" type="presParOf" srcId="{1A906C3E-D745-4C15-9B41-131294BAAF61}" destId="{E6CAFEC0-0BEA-4CA5-B4F8-466831717AB3}" srcOrd="0" destOrd="0" presId="urn:microsoft.com/office/officeart/2005/8/layout/vList3"/>
    <dgm:cxn modelId="{824A1027-1937-4A4F-B628-4DC2196A9E40}" type="presParOf" srcId="{1A906C3E-D745-4C15-9B41-131294BAAF61}" destId="{3BEB9DE9-4F05-4A54-9148-AEE278E41C30}" srcOrd="1" destOrd="0" presId="urn:microsoft.com/office/officeart/2005/8/layout/vList3"/>
    <dgm:cxn modelId="{0D4B7BF1-2C5F-42C2-8EA3-01B11BEF6E1C}" type="presParOf" srcId="{5F4C1093-CFD5-4658-9BCB-EA1DCD5191DA}" destId="{7044796F-A4BC-4250-92A3-2222F3F96CC2}" srcOrd="1" destOrd="0" presId="urn:microsoft.com/office/officeart/2005/8/layout/vList3"/>
    <dgm:cxn modelId="{3B94E6BC-2DE4-4E99-BF53-55EEDC13C603}" type="presParOf" srcId="{5F4C1093-CFD5-4658-9BCB-EA1DCD5191DA}" destId="{9D521E42-4932-4F70-9FFD-419D70235713}" srcOrd="2" destOrd="0" presId="urn:microsoft.com/office/officeart/2005/8/layout/vList3"/>
    <dgm:cxn modelId="{CD81C75E-2089-4EAC-AA87-8C879A28ACA4}" type="presParOf" srcId="{9D521E42-4932-4F70-9FFD-419D70235713}" destId="{765439B8-EB26-4984-A7BD-0DA22BC70B9E}" srcOrd="0" destOrd="0" presId="urn:microsoft.com/office/officeart/2005/8/layout/vList3"/>
    <dgm:cxn modelId="{1459BF69-5E42-42D3-8DC0-B2B339360456}" type="presParOf" srcId="{9D521E42-4932-4F70-9FFD-419D70235713}" destId="{24D5B6C8-E7A0-40A6-AE37-6D1BB3613487}" srcOrd="1" destOrd="0" presId="urn:microsoft.com/office/officeart/2005/8/layout/vList3"/>
    <dgm:cxn modelId="{DA8CD632-A4DD-47CD-BD61-D9C1BF822FBD}" type="presParOf" srcId="{5F4C1093-CFD5-4658-9BCB-EA1DCD5191DA}" destId="{34174BB1-199F-46FF-803A-84062862E8CA}" srcOrd="3" destOrd="0" presId="urn:microsoft.com/office/officeart/2005/8/layout/vList3"/>
    <dgm:cxn modelId="{D35E7098-E86E-44A9-B1C9-AA791B8111AE}" type="presParOf" srcId="{5F4C1093-CFD5-4658-9BCB-EA1DCD5191DA}" destId="{C99A40A9-F0E7-45DC-BDD8-7A192090EC52}" srcOrd="4" destOrd="0" presId="urn:microsoft.com/office/officeart/2005/8/layout/vList3"/>
    <dgm:cxn modelId="{84EB64E2-B8BA-4E4C-9984-3D27C82D21F0}" type="presParOf" srcId="{C99A40A9-F0E7-45DC-BDD8-7A192090EC52}" destId="{FED33D77-D31E-4F57-8DDA-7F3764EAE717}" srcOrd="0" destOrd="0" presId="urn:microsoft.com/office/officeart/2005/8/layout/vList3"/>
    <dgm:cxn modelId="{971960EB-5171-4EA2-AF72-0090ECC0D548}" type="presParOf" srcId="{C99A40A9-F0E7-45DC-BDD8-7A192090EC52}" destId="{C5F3FE61-F7CB-47D6-B23C-D2CDF91E81A6}" srcOrd="1" destOrd="0" presId="urn:microsoft.com/office/officeart/2005/8/layout/vList3"/>
    <dgm:cxn modelId="{BFEFAB51-F685-463A-9C84-ACE7E2957947}" type="presParOf" srcId="{5F4C1093-CFD5-4658-9BCB-EA1DCD5191DA}" destId="{4FEB302F-F32D-4954-B8BF-FC2CBD24C602}" srcOrd="5" destOrd="0" presId="urn:microsoft.com/office/officeart/2005/8/layout/vList3"/>
    <dgm:cxn modelId="{E2B3CDEA-9056-4B50-9D70-239E450F3BD0}" type="presParOf" srcId="{5F4C1093-CFD5-4658-9BCB-EA1DCD5191DA}" destId="{90655064-49EC-4E2D-AFA2-49CFF524AC81}" srcOrd="6" destOrd="0" presId="urn:microsoft.com/office/officeart/2005/8/layout/vList3"/>
    <dgm:cxn modelId="{9993C4AC-8480-4F62-AF68-8BBB45641D54}" type="presParOf" srcId="{90655064-49EC-4E2D-AFA2-49CFF524AC81}" destId="{285A41BA-4E85-4586-98A5-D2AD893F85E6}" srcOrd="0" destOrd="0" presId="urn:microsoft.com/office/officeart/2005/8/layout/vList3"/>
    <dgm:cxn modelId="{C5FE3716-0386-44F5-BF68-FEB072BAADB6}" type="presParOf" srcId="{90655064-49EC-4E2D-AFA2-49CFF524AC81}" destId="{02CC9E74-0D87-406B-AAB6-0F65EF1E214B}" srcOrd="1" destOrd="0" presId="urn:microsoft.com/office/officeart/2005/8/layout/vList3"/>
    <dgm:cxn modelId="{DF6831CA-EFB3-4C73-8E90-47D93B7E9BB7}" type="presParOf" srcId="{5F4C1093-CFD5-4658-9BCB-EA1DCD5191DA}" destId="{06242286-CFB9-45A3-9E61-FE0A3795FAD5}" srcOrd="7" destOrd="0" presId="urn:microsoft.com/office/officeart/2005/8/layout/vList3"/>
    <dgm:cxn modelId="{DE8B4935-1EE5-47B0-9B18-ADF727D1C235}" type="presParOf" srcId="{5F4C1093-CFD5-4658-9BCB-EA1DCD5191DA}" destId="{134FD99E-A079-4478-8C83-D339F3D6A3C5}" srcOrd="8" destOrd="0" presId="urn:microsoft.com/office/officeart/2005/8/layout/vList3"/>
    <dgm:cxn modelId="{482EFB5F-1B67-45D9-A7FB-822489E57611}" type="presParOf" srcId="{134FD99E-A079-4478-8C83-D339F3D6A3C5}" destId="{4BA4E77B-9D10-4EA0-A445-34FEC3ECB32B}" srcOrd="0" destOrd="0" presId="urn:microsoft.com/office/officeart/2005/8/layout/vList3"/>
    <dgm:cxn modelId="{CAE5BD35-85BF-4984-8FC4-7E7BC368A3DC}" type="presParOf" srcId="{134FD99E-A079-4478-8C83-D339F3D6A3C5}" destId="{58CE6848-07DA-454A-A572-513FEECCDA98}" srcOrd="1" destOrd="0" presId="urn:microsoft.com/office/officeart/2005/8/layout/vLis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C962A61-484E-4BC4-9ACA-8C3B4FC173D4}" type="doc">
      <dgm:prSet loTypeId="urn:microsoft.com/office/officeart/2005/8/layout/vList2" loCatId="list" qsTypeId="urn:microsoft.com/office/officeart/2005/8/quickstyle/simple1" qsCatId="simple" csTypeId="urn:microsoft.com/office/officeart/2005/8/colors/accent1_1" csCatId="accent1"/>
      <dgm:spPr/>
      <dgm:t>
        <a:bodyPr/>
        <a:lstStyle/>
        <a:p>
          <a:endParaRPr lang="en-US"/>
        </a:p>
      </dgm:t>
    </dgm:pt>
    <dgm:pt modelId="{F86AC92F-04F5-4DD7-9AD1-5A71C2EDDDA7}">
      <dgm:prSet/>
      <dgm:spPr/>
      <dgm:t>
        <a:bodyPr/>
        <a:lstStyle/>
        <a:p>
          <a:r>
            <a:rPr lang="en-US" b="1" i="0" baseline="0"/>
            <a:t>Seamless Connectivity</a:t>
          </a:r>
          <a:r>
            <a:rPr lang="en-US" b="0" i="0" baseline="0"/>
            <a:t>: Conveys uninterrupted, reliable service.</a:t>
          </a:r>
          <a:endParaRPr lang="en-US"/>
        </a:p>
      </dgm:t>
    </dgm:pt>
    <dgm:pt modelId="{10C64B12-8B1B-4B7D-A1D7-E05412DC0AE3}" type="parTrans" cxnId="{D5DF4D76-A3E7-4879-A17E-8EDB2343DED6}">
      <dgm:prSet/>
      <dgm:spPr/>
      <dgm:t>
        <a:bodyPr/>
        <a:lstStyle/>
        <a:p>
          <a:endParaRPr lang="en-US"/>
        </a:p>
      </dgm:t>
    </dgm:pt>
    <dgm:pt modelId="{23FE8EC8-25C9-460C-B522-0F45623AD571}" type="sibTrans" cxnId="{D5DF4D76-A3E7-4879-A17E-8EDB2343DED6}">
      <dgm:prSet/>
      <dgm:spPr/>
      <dgm:t>
        <a:bodyPr/>
        <a:lstStyle/>
        <a:p>
          <a:endParaRPr lang="en-US"/>
        </a:p>
      </dgm:t>
    </dgm:pt>
    <dgm:pt modelId="{42AAE127-45C1-41A5-A4D3-568BD20AEF24}">
      <dgm:prSet/>
      <dgm:spPr/>
      <dgm:t>
        <a:bodyPr/>
        <a:lstStyle/>
        <a:p>
          <a:r>
            <a:rPr lang="en-US" b="1" i="0" baseline="0"/>
            <a:t>Tailored Solutions</a:t>
          </a:r>
          <a:r>
            <a:rPr lang="en-US" b="0" i="0" baseline="0"/>
            <a:t>: Highlights our customized, needs-based offerings.</a:t>
          </a:r>
          <a:endParaRPr lang="en-US"/>
        </a:p>
      </dgm:t>
    </dgm:pt>
    <dgm:pt modelId="{985C9BEB-8C6D-4DAC-AE87-D9AB092EA1F8}" type="parTrans" cxnId="{2E4AA254-46B0-4024-AF34-BF8F5F6EE80C}">
      <dgm:prSet/>
      <dgm:spPr/>
      <dgm:t>
        <a:bodyPr/>
        <a:lstStyle/>
        <a:p>
          <a:endParaRPr lang="en-US"/>
        </a:p>
      </dgm:t>
    </dgm:pt>
    <dgm:pt modelId="{699016A6-4C3F-4054-950D-7AA3FC2589B1}" type="sibTrans" cxnId="{2E4AA254-46B0-4024-AF34-BF8F5F6EE80C}">
      <dgm:prSet/>
      <dgm:spPr/>
      <dgm:t>
        <a:bodyPr/>
        <a:lstStyle/>
        <a:p>
          <a:endParaRPr lang="en-US"/>
        </a:p>
      </dgm:t>
    </dgm:pt>
    <dgm:pt modelId="{74DB2E08-2504-44E8-A2AD-7377E74A2F04}">
      <dgm:prSet/>
      <dgm:spPr/>
      <dgm:t>
        <a:bodyPr/>
        <a:lstStyle/>
        <a:p>
          <a:r>
            <a:rPr lang="en-US" b="1" i="0" baseline="0"/>
            <a:t>Florida-Based Expertise</a:t>
          </a:r>
          <a:r>
            <a:rPr lang="en-US" b="0" i="0" baseline="0"/>
            <a:t>: Builds trust with a local touch.</a:t>
          </a:r>
          <a:endParaRPr lang="en-US"/>
        </a:p>
      </dgm:t>
    </dgm:pt>
    <dgm:pt modelId="{CFDFE696-6708-4D46-930E-118927D7C132}" type="parTrans" cxnId="{FB699C4F-D427-4F26-8E6F-764BFFD66AD5}">
      <dgm:prSet/>
      <dgm:spPr/>
      <dgm:t>
        <a:bodyPr/>
        <a:lstStyle/>
        <a:p>
          <a:endParaRPr lang="en-US"/>
        </a:p>
      </dgm:t>
    </dgm:pt>
    <dgm:pt modelId="{21FAEE52-228F-48CD-9F7B-9C26961F22C0}" type="sibTrans" cxnId="{FB699C4F-D427-4F26-8E6F-764BFFD66AD5}">
      <dgm:prSet/>
      <dgm:spPr/>
      <dgm:t>
        <a:bodyPr/>
        <a:lstStyle/>
        <a:p>
          <a:endParaRPr lang="en-US"/>
        </a:p>
      </dgm:t>
    </dgm:pt>
    <dgm:pt modelId="{3CEFAADC-00CD-44A7-AFCB-B273F2BEFC66}">
      <dgm:prSet/>
      <dgm:spPr/>
      <dgm:t>
        <a:bodyPr/>
        <a:lstStyle/>
        <a:p>
          <a:r>
            <a:rPr lang="en-US" b="1" i="0" baseline="0"/>
            <a:t>Managed WiFi</a:t>
          </a:r>
          <a:r>
            <a:rPr lang="en-US" b="0" i="0" baseline="0"/>
            <a:t>: Emphasizes added value and convenience.</a:t>
          </a:r>
          <a:endParaRPr lang="en-US"/>
        </a:p>
      </dgm:t>
    </dgm:pt>
    <dgm:pt modelId="{97701AE7-8D7B-46F5-94E9-42EE08429005}" type="parTrans" cxnId="{01B64DA5-69F2-4242-89F4-27C7AA1A4756}">
      <dgm:prSet/>
      <dgm:spPr/>
      <dgm:t>
        <a:bodyPr/>
        <a:lstStyle/>
        <a:p>
          <a:endParaRPr lang="en-US"/>
        </a:p>
      </dgm:t>
    </dgm:pt>
    <dgm:pt modelId="{7AF8A778-1A54-4F8E-BA77-5058DFFDA145}" type="sibTrans" cxnId="{01B64DA5-69F2-4242-89F4-27C7AA1A4756}">
      <dgm:prSet/>
      <dgm:spPr/>
      <dgm:t>
        <a:bodyPr/>
        <a:lstStyle/>
        <a:p>
          <a:endParaRPr lang="en-US"/>
        </a:p>
      </dgm:t>
    </dgm:pt>
    <dgm:pt modelId="{86D7FA84-2EC8-4FCE-ABA0-8A331C96216E}">
      <dgm:prSet/>
      <dgm:spPr/>
      <dgm:t>
        <a:bodyPr/>
        <a:lstStyle/>
        <a:p>
          <a:r>
            <a:rPr lang="en-US" b="1" i="0" baseline="0"/>
            <a:t>Tenant Satisfaction</a:t>
          </a:r>
          <a:r>
            <a:rPr lang="en-US" b="0" i="0" baseline="0"/>
            <a:t>: Focuses on a key concern for property managers.</a:t>
          </a:r>
          <a:endParaRPr lang="en-US"/>
        </a:p>
      </dgm:t>
    </dgm:pt>
    <dgm:pt modelId="{47A50A47-013C-4FC8-B5E8-7D2D855689ED}" type="parTrans" cxnId="{1087B1E6-7564-4DFE-98E1-5BD0E488FFEF}">
      <dgm:prSet/>
      <dgm:spPr/>
      <dgm:t>
        <a:bodyPr/>
        <a:lstStyle/>
        <a:p>
          <a:endParaRPr lang="en-US"/>
        </a:p>
      </dgm:t>
    </dgm:pt>
    <dgm:pt modelId="{1809EA57-4E23-44A0-8176-38F8C6798FFC}" type="sibTrans" cxnId="{1087B1E6-7564-4DFE-98E1-5BD0E488FFEF}">
      <dgm:prSet/>
      <dgm:spPr/>
      <dgm:t>
        <a:bodyPr/>
        <a:lstStyle/>
        <a:p>
          <a:endParaRPr lang="en-US"/>
        </a:p>
      </dgm:t>
    </dgm:pt>
    <dgm:pt modelId="{3A74CE7E-B95A-4099-904D-DE730963D260}">
      <dgm:prSet/>
      <dgm:spPr/>
      <dgm:t>
        <a:bodyPr/>
        <a:lstStyle/>
        <a:p>
          <a:r>
            <a:rPr lang="en-US" b="1" i="0" baseline="0"/>
            <a:t>Proven Reliability</a:t>
          </a:r>
          <a:r>
            <a:rPr lang="en-US" b="0" i="0" baseline="0"/>
            <a:t>: Reinforces dependability and performance.</a:t>
          </a:r>
          <a:endParaRPr lang="en-US"/>
        </a:p>
      </dgm:t>
    </dgm:pt>
    <dgm:pt modelId="{955660CF-5EE3-4030-8D91-EE44063BE5F8}" type="parTrans" cxnId="{143AE86D-A64C-4BFF-84D2-FB6F931C4CEF}">
      <dgm:prSet/>
      <dgm:spPr/>
      <dgm:t>
        <a:bodyPr/>
        <a:lstStyle/>
        <a:p>
          <a:endParaRPr lang="en-US"/>
        </a:p>
      </dgm:t>
    </dgm:pt>
    <dgm:pt modelId="{B8C87081-A389-47AC-BAB5-0835CAE42DAF}" type="sibTrans" cxnId="{143AE86D-A64C-4BFF-84D2-FB6F931C4CEF}">
      <dgm:prSet/>
      <dgm:spPr/>
      <dgm:t>
        <a:bodyPr/>
        <a:lstStyle/>
        <a:p>
          <a:endParaRPr lang="en-US"/>
        </a:p>
      </dgm:t>
    </dgm:pt>
    <dgm:pt modelId="{3E294F6F-7D66-4118-A7F5-9EEDC3FC824A}">
      <dgm:prSet/>
      <dgm:spPr/>
      <dgm:t>
        <a:bodyPr/>
        <a:lstStyle/>
        <a:p>
          <a:r>
            <a:rPr lang="en-US" b="1" i="0" baseline="0"/>
            <a:t>Elevate Your Property</a:t>
          </a:r>
          <a:r>
            <a:rPr lang="en-US" b="0" i="0" baseline="0"/>
            <a:t>: Suggests that choosing Celerity adds value and appeal.</a:t>
          </a:r>
          <a:endParaRPr lang="en-US"/>
        </a:p>
      </dgm:t>
    </dgm:pt>
    <dgm:pt modelId="{6E39D70B-E90B-4C12-90B8-7F8573F545C0}" type="parTrans" cxnId="{CC353B26-F32A-4D84-B9BF-24870E11779F}">
      <dgm:prSet/>
      <dgm:spPr/>
      <dgm:t>
        <a:bodyPr/>
        <a:lstStyle/>
        <a:p>
          <a:endParaRPr lang="en-US"/>
        </a:p>
      </dgm:t>
    </dgm:pt>
    <dgm:pt modelId="{EAD4FCD8-ED75-4980-9196-A78B249DE03C}" type="sibTrans" cxnId="{CC353B26-F32A-4D84-B9BF-24870E11779F}">
      <dgm:prSet/>
      <dgm:spPr/>
      <dgm:t>
        <a:bodyPr/>
        <a:lstStyle/>
        <a:p>
          <a:endParaRPr lang="en-US"/>
        </a:p>
      </dgm:t>
    </dgm:pt>
    <dgm:pt modelId="{95B9B9C0-C34E-48AB-B835-C15CB6DBD763}">
      <dgm:prSet/>
      <dgm:spPr/>
      <dgm:t>
        <a:bodyPr/>
        <a:lstStyle/>
        <a:p>
          <a:r>
            <a:rPr lang="en-US" b="1" i="0" baseline="0"/>
            <a:t>24/7 Local Support</a:t>
          </a:r>
          <a:r>
            <a:rPr lang="en-US" b="0" i="0" baseline="0"/>
            <a:t>: Conveys commitment to customer service and peace of mind. </a:t>
          </a:r>
          <a:endParaRPr lang="en-US"/>
        </a:p>
      </dgm:t>
    </dgm:pt>
    <dgm:pt modelId="{36A3D67D-3D26-4F90-B7D3-E9C6D7A006B3}" type="parTrans" cxnId="{53C2EA92-2B9B-4679-A911-1331CA3A68ED}">
      <dgm:prSet/>
      <dgm:spPr/>
      <dgm:t>
        <a:bodyPr/>
        <a:lstStyle/>
        <a:p>
          <a:endParaRPr lang="en-US"/>
        </a:p>
      </dgm:t>
    </dgm:pt>
    <dgm:pt modelId="{3291C8F9-998A-47CD-B0FA-0C80B75D3495}" type="sibTrans" cxnId="{53C2EA92-2B9B-4679-A911-1331CA3A68ED}">
      <dgm:prSet/>
      <dgm:spPr/>
      <dgm:t>
        <a:bodyPr/>
        <a:lstStyle/>
        <a:p>
          <a:endParaRPr lang="en-US"/>
        </a:p>
      </dgm:t>
    </dgm:pt>
    <dgm:pt modelId="{A07C29D5-FC61-4F8E-A1DF-FC9F887B68FD}" type="pres">
      <dgm:prSet presAssocID="{AC962A61-484E-4BC4-9ACA-8C3B4FC173D4}" presName="linear" presStyleCnt="0">
        <dgm:presLayoutVars>
          <dgm:animLvl val="lvl"/>
          <dgm:resizeHandles val="exact"/>
        </dgm:presLayoutVars>
      </dgm:prSet>
      <dgm:spPr/>
    </dgm:pt>
    <dgm:pt modelId="{ACBC0FED-9397-42B2-AD17-9A645809E74E}" type="pres">
      <dgm:prSet presAssocID="{F86AC92F-04F5-4DD7-9AD1-5A71C2EDDDA7}" presName="parentText" presStyleLbl="node1" presStyleIdx="0" presStyleCnt="8">
        <dgm:presLayoutVars>
          <dgm:chMax val="0"/>
          <dgm:bulletEnabled val="1"/>
        </dgm:presLayoutVars>
      </dgm:prSet>
      <dgm:spPr/>
    </dgm:pt>
    <dgm:pt modelId="{4362DE7C-077C-4037-BEF2-22CBBC4AB50C}" type="pres">
      <dgm:prSet presAssocID="{23FE8EC8-25C9-460C-B522-0F45623AD571}" presName="spacer" presStyleCnt="0"/>
      <dgm:spPr/>
    </dgm:pt>
    <dgm:pt modelId="{9958C828-0D6D-4E10-A4FD-8B8AAE6E420C}" type="pres">
      <dgm:prSet presAssocID="{42AAE127-45C1-41A5-A4D3-568BD20AEF24}" presName="parentText" presStyleLbl="node1" presStyleIdx="1" presStyleCnt="8">
        <dgm:presLayoutVars>
          <dgm:chMax val="0"/>
          <dgm:bulletEnabled val="1"/>
        </dgm:presLayoutVars>
      </dgm:prSet>
      <dgm:spPr/>
    </dgm:pt>
    <dgm:pt modelId="{693D5950-E86A-434B-8EAC-E27817E77910}" type="pres">
      <dgm:prSet presAssocID="{699016A6-4C3F-4054-950D-7AA3FC2589B1}" presName="spacer" presStyleCnt="0"/>
      <dgm:spPr/>
    </dgm:pt>
    <dgm:pt modelId="{23BBC97F-556B-4339-8B28-6BE82CAA72C2}" type="pres">
      <dgm:prSet presAssocID="{74DB2E08-2504-44E8-A2AD-7377E74A2F04}" presName="parentText" presStyleLbl="node1" presStyleIdx="2" presStyleCnt="8">
        <dgm:presLayoutVars>
          <dgm:chMax val="0"/>
          <dgm:bulletEnabled val="1"/>
        </dgm:presLayoutVars>
      </dgm:prSet>
      <dgm:spPr/>
    </dgm:pt>
    <dgm:pt modelId="{0849A8FE-D11F-48C2-996C-9F9E52E3FB52}" type="pres">
      <dgm:prSet presAssocID="{21FAEE52-228F-48CD-9F7B-9C26961F22C0}" presName="spacer" presStyleCnt="0"/>
      <dgm:spPr/>
    </dgm:pt>
    <dgm:pt modelId="{583C86A3-0F56-4F59-A665-44BF9A769748}" type="pres">
      <dgm:prSet presAssocID="{3CEFAADC-00CD-44A7-AFCB-B273F2BEFC66}" presName="parentText" presStyleLbl="node1" presStyleIdx="3" presStyleCnt="8">
        <dgm:presLayoutVars>
          <dgm:chMax val="0"/>
          <dgm:bulletEnabled val="1"/>
        </dgm:presLayoutVars>
      </dgm:prSet>
      <dgm:spPr/>
    </dgm:pt>
    <dgm:pt modelId="{40C45F18-268E-42BC-91B0-F64E8CD40946}" type="pres">
      <dgm:prSet presAssocID="{7AF8A778-1A54-4F8E-BA77-5058DFFDA145}" presName="spacer" presStyleCnt="0"/>
      <dgm:spPr/>
    </dgm:pt>
    <dgm:pt modelId="{1E8AD29C-8C63-4234-975A-8982974AE99A}" type="pres">
      <dgm:prSet presAssocID="{86D7FA84-2EC8-4FCE-ABA0-8A331C96216E}" presName="parentText" presStyleLbl="node1" presStyleIdx="4" presStyleCnt="8">
        <dgm:presLayoutVars>
          <dgm:chMax val="0"/>
          <dgm:bulletEnabled val="1"/>
        </dgm:presLayoutVars>
      </dgm:prSet>
      <dgm:spPr/>
    </dgm:pt>
    <dgm:pt modelId="{69605DC2-989B-442C-8517-22C24A15A1B9}" type="pres">
      <dgm:prSet presAssocID="{1809EA57-4E23-44A0-8176-38F8C6798FFC}" presName="spacer" presStyleCnt="0"/>
      <dgm:spPr/>
    </dgm:pt>
    <dgm:pt modelId="{DCC47736-1983-4D49-B0D4-4DCE2824360A}" type="pres">
      <dgm:prSet presAssocID="{3A74CE7E-B95A-4099-904D-DE730963D260}" presName="parentText" presStyleLbl="node1" presStyleIdx="5" presStyleCnt="8">
        <dgm:presLayoutVars>
          <dgm:chMax val="0"/>
          <dgm:bulletEnabled val="1"/>
        </dgm:presLayoutVars>
      </dgm:prSet>
      <dgm:spPr/>
    </dgm:pt>
    <dgm:pt modelId="{F6A34FC2-12D1-4DDA-BE80-1A38EC378953}" type="pres">
      <dgm:prSet presAssocID="{B8C87081-A389-47AC-BAB5-0835CAE42DAF}" presName="spacer" presStyleCnt="0"/>
      <dgm:spPr/>
    </dgm:pt>
    <dgm:pt modelId="{44E0BACD-B8A7-4F47-ABB1-6D7B6937C85A}" type="pres">
      <dgm:prSet presAssocID="{3E294F6F-7D66-4118-A7F5-9EEDC3FC824A}" presName="parentText" presStyleLbl="node1" presStyleIdx="6" presStyleCnt="8">
        <dgm:presLayoutVars>
          <dgm:chMax val="0"/>
          <dgm:bulletEnabled val="1"/>
        </dgm:presLayoutVars>
      </dgm:prSet>
      <dgm:spPr/>
    </dgm:pt>
    <dgm:pt modelId="{A88FEB39-D441-4E15-A7C7-CDEF50862DE3}" type="pres">
      <dgm:prSet presAssocID="{EAD4FCD8-ED75-4980-9196-A78B249DE03C}" presName="spacer" presStyleCnt="0"/>
      <dgm:spPr/>
    </dgm:pt>
    <dgm:pt modelId="{8E70CC14-248F-4609-B030-A6232F99E0DA}" type="pres">
      <dgm:prSet presAssocID="{95B9B9C0-C34E-48AB-B835-C15CB6DBD763}" presName="parentText" presStyleLbl="node1" presStyleIdx="7" presStyleCnt="8">
        <dgm:presLayoutVars>
          <dgm:chMax val="0"/>
          <dgm:bulletEnabled val="1"/>
        </dgm:presLayoutVars>
      </dgm:prSet>
      <dgm:spPr/>
    </dgm:pt>
  </dgm:ptLst>
  <dgm:cxnLst>
    <dgm:cxn modelId="{22DA091F-FBD5-4529-8DFF-F23DB17A5174}" type="presOf" srcId="{3CEFAADC-00CD-44A7-AFCB-B273F2BEFC66}" destId="{583C86A3-0F56-4F59-A665-44BF9A769748}" srcOrd="0" destOrd="0" presId="urn:microsoft.com/office/officeart/2005/8/layout/vList2"/>
    <dgm:cxn modelId="{CC353B26-F32A-4D84-B9BF-24870E11779F}" srcId="{AC962A61-484E-4BC4-9ACA-8C3B4FC173D4}" destId="{3E294F6F-7D66-4118-A7F5-9EEDC3FC824A}" srcOrd="6" destOrd="0" parTransId="{6E39D70B-E90B-4C12-90B8-7F8573F545C0}" sibTransId="{EAD4FCD8-ED75-4980-9196-A78B249DE03C}"/>
    <dgm:cxn modelId="{6D73ED62-1FE2-4274-B560-11A5532F505C}" type="presOf" srcId="{AC962A61-484E-4BC4-9ACA-8C3B4FC173D4}" destId="{A07C29D5-FC61-4F8E-A1DF-FC9F887B68FD}" srcOrd="0" destOrd="0" presId="urn:microsoft.com/office/officeart/2005/8/layout/vList2"/>
    <dgm:cxn modelId="{25A9E946-D1A4-4D45-84D4-7CDA820FBE36}" type="presOf" srcId="{86D7FA84-2EC8-4FCE-ABA0-8A331C96216E}" destId="{1E8AD29C-8C63-4234-975A-8982974AE99A}" srcOrd="0" destOrd="0" presId="urn:microsoft.com/office/officeart/2005/8/layout/vList2"/>
    <dgm:cxn modelId="{143AE86D-A64C-4BFF-84D2-FB6F931C4CEF}" srcId="{AC962A61-484E-4BC4-9ACA-8C3B4FC173D4}" destId="{3A74CE7E-B95A-4099-904D-DE730963D260}" srcOrd="5" destOrd="0" parTransId="{955660CF-5EE3-4030-8D91-EE44063BE5F8}" sibTransId="{B8C87081-A389-47AC-BAB5-0835CAE42DAF}"/>
    <dgm:cxn modelId="{996F166E-053F-4B74-9583-C83CDD16B77E}" type="presOf" srcId="{95B9B9C0-C34E-48AB-B835-C15CB6DBD763}" destId="{8E70CC14-248F-4609-B030-A6232F99E0DA}" srcOrd="0" destOrd="0" presId="urn:microsoft.com/office/officeart/2005/8/layout/vList2"/>
    <dgm:cxn modelId="{FB699C4F-D427-4F26-8E6F-764BFFD66AD5}" srcId="{AC962A61-484E-4BC4-9ACA-8C3B4FC173D4}" destId="{74DB2E08-2504-44E8-A2AD-7377E74A2F04}" srcOrd="2" destOrd="0" parTransId="{CFDFE696-6708-4D46-930E-118927D7C132}" sibTransId="{21FAEE52-228F-48CD-9F7B-9C26961F22C0}"/>
    <dgm:cxn modelId="{469B9471-7869-4D64-91A3-33224B4AB7AF}" type="presOf" srcId="{3A74CE7E-B95A-4099-904D-DE730963D260}" destId="{DCC47736-1983-4D49-B0D4-4DCE2824360A}" srcOrd="0" destOrd="0" presId="urn:microsoft.com/office/officeart/2005/8/layout/vList2"/>
    <dgm:cxn modelId="{2E4AA254-46B0-4024-AF34-BF8F5F6EE80C}" srcId="{AC962A61-484E-4BC4-9ACA-8C3B4FC173D4}" destId="{42AAE127-45C1-41A5-A4D3-568BD20AEF24}" srcOrd="1" destOrd="0" parTransId="{985C9BEB-8C6D-4DAC-AE87-D9AB092EA1F8}" sibTransId="{699016A6-4C3F-4054-950D-7AA3FC2589B1}"/>
    <dgm:cxn modelId="{D5DF4D76-A3E7-4879-A17E-8EDB2343DED6}" srcId="{AC962A61-484E-4BC4-9ACA-8C3B4FC173D4}" destId="{F86AC92F-04F5-4DD7-9AD1-5A71C2EDDDA7}" srcOrd="0" destOrd="0" parTransId="{10C64B12-8B1B-4B7D-A1D7-E05412DC0AE3}" sibTransId="{23FE8EC8-25C9-460C-B522-0F45623AD571}"/>
    <dgm:cxn modelId="{53C2EA92-2B9B-4679-A911-1331CA3A68ED}" srcId="{AC962A61-484E-4BC4-9ACA-8C3B4FC173D4}" destId="{95B9B9C0-C34E-48AB-B835-C15CB6DBD763}" srcOrd="7" destOrd="0" parTransId="{36A3D67D-3D26-4F90-B7D3-E9C6D7A006B3}" sibTransId="{3291C8F9-998A-47CD-B0FA-0C80B75D3495}"/>
    <dgm:cxn modelId="{01B64DA5-69F2-4242-89F4-27C7AA1A4756}" srcId="{AC962A61-484E-4BC4-9ACA-8C3B4FC173D4}" destId="{3CEFAADC-00CD-44A7-AFCB-B273F2BEFC66}" srcOrd="3" destOrd="0" parTransId="{97701AE7-8D7B-46F5-94E9-42EE08429005}" sibTransId="{7AF8A778-1A54-4F8E-BA77-5058DFFDA145}"/>
    <dgm:cxn modelId="{A58D9FBD-A17A-425C-8D81-D1CC3C394AA6}" type="presOf" srcId="{74DB2E08-2504-44E8-A2AD-7377E74A2F04}" destId="{23BBC97F-556B-4339-8B28-6BE82CAA72C2}" srcOrd="0" destOrd="0" presId="urn:microsoft.com/office/officeart/2005/8/layout/vList2"/>
    <dgm:cxn modelId="{B4445AC5-F228-4EFD-89EF-A755AAE1D1E1}" type="presOf" srcId="{F86AC92F-04F5-4DD7-9AD1-5A71C2EDDDA7}" destId="{ACBC0FED-9397-42B2-AD17-9A645809E74E}" srcOrd="0" destOrd="0" presId="urn:microsoft.com/office/officeart/2005/8/layout/vList2"/>
    <dgm:cxn modelId="{E790F5C7-6C1D-4B3C-A4D4-65D6EA631B3D}" type="presOf" srcId="{3E294F6F-7D66-4118-A7F5-9EEDC3FC824A}" destId="{44E0BACD-B8A7-4F47-ABB1-6D7B6937C85A}" srcOrd="0" destOrd="0" presId="urn:microsoft.com/office/officeart/2005/8/layout/vList2"/>
    <dgm:cxn modelId="{D406E6D6-29AD-4A5E-A38D-2BF8F96CCB4E}" type="presOf" srcId="{42AAE127-45C1-41A5-A4D3-568BD20AEF24}" destId="{9958C828-0D6D-4E10-A4FD-8B8AAE6E420C}" srcOrd="0" destOrd="0" presId="urn:microsoft.com/office/officeart/2005/8/layout/vList2"/>
    <dgm:cxn modelId="{1087B1E6-7564-4DFE-98E1-5BD0E488FFEF}" srcId="{AC962A61-484E-4BC4-9ACA-8C3B4FC173D4}" destId="{86D7FA84-2EC8-4FCE-ABA0-8A331C96216E}" srcOrd="4" destOrd="0" parTransId="{47A50A47-013C-4FC8-B5E8-7D2D855689ED}" sibTransId="{1809EA57-4E23-44A0-8176-38F8C6798FFC}"/>
    <dgm:cxn modelId="{9C66690F-AC2D-4EBB-9F8A-79728F1B1109}" type="presParOf" srcId="{A07C29D5-FC61-4F8E-A1DF-FC9F887B68FD}" destId="{ACBC0FED-9397-42B2-AD17-9A645809E74E}" srcOrd="0" destOrd="0" presId="urn:microsoft.com/office/officeart/2005/8/layout/vList2"/>
    <dgm:cxn modelId="{02C6B86F-FEDB-469C-B8FB-F32449A51D12}" type="presParOf" srcId="{A07C29D5-FC61-4F8E-A1DF-FC9F887B68FD}" destId="{4362DE7C-077C-4037-BEF2-22CBBC4AB50C}" srcOrd="1" destOrd="0" presId="urn:microsoft.com/office/officeart/2005/8/layout/vList2"/>
    <dgm:cxn modelId="{068513CF-3F91-429D-8994-96FC65CCCB9E}" type="presParOf" srcId="{A07C29D5-FC61-4F8E-A1DF-FC9F887B68FD}" destId="{9958C828-0D6D-4E10-A4FD-8B8AAE6E420C}" srcOrd="2" destOrd="0" presId="urn:microsoft.com/office/officeart/2005/8/layout/vList2"/>
    <dgm:cxn modelId="{5A9D2BF7-99CC-4737-A5CD-74BA22E74A21}" type="presParOf" srcId="{A07C29D5-FC61-4F8E-A1DF-FC9F887B68FD}" destId="{693D5950-E86A-434B-8EAC-E27817E77910}" srcOrd="3" destOrd="0" presId="urn:microsoft.com/office/officeart/2005/8/layout/vList2"/>
    <dgm:cxn modelId="{5F0F3FA1-FD84-4B01-ACE3-9448D68651E8}" type="presParOf" srcId="{A07C29D5-FC61-4F8E-A1DF-FC9F887B68FD}" destId="{23BBC97F-556B-4339-8B28-6BE82CAA72C2}" srcOrd="4" destOrd="0" presId="urn:microsoft.com/office/officeart/2005/8/layout/vList2"/>
    <dgm:cxn modelId="{96878225-E766-4C4C-8A48-1B495827E4EE}" type="presParOf" srcId="{A07C29D5-FC61-4F8E-A1DF-FC9F887B68FD}" destId="{0849A8FE-D11F-48C2-996C-9F9E52E3FB52}" srcOrd="5" destOrd="0" presId="urn:microsoft.com/office/officeart/2005/8/layout/vList2"/>
    <dgm:cxn modelId="{C2137650-60AA-4715-8CFE-9F710EEEB57E}" type="presParOf" srcId="{A07C29D5-FC61-4F8E-A1DF-FC9F887B68FD}" destId="{583C86A3-0F56-4F59-A665-44BF9A769748}" srcOrd="6" destOrd="0" presId="urn:microsoft.com/office/officeart/2005/8/layout/vList2"/>
    <dgm:cxn modelId="{968E2952-5428-4673-87C7-CED273710AE1}" type="presParOf" srcId="{A07C29D5-FC61-4F8E-A1DF-FC9F887B68FD}" destId="{40C45F18-268E-42BC-91B0-F64E8CD40946}" srcOrd="7" destOrd="0" presId="urn:microsoft.com/office/officeart/2005/8/layout/vList2"/>
    <dgm:cxn modelId="{3FB96AC8-04E3-41A3-80C4-3882309F912A}" type="presParOf" srcId="{A07C29D5-FC61-4F8E-A1DF-FC9F887B68FD}" destId="{1E8AD29C-8C63-4234-975A-8982974AE99A}" srcOrd="8" destOrd="0" presId="urn:microsoft.com/office/officeart/2005/8/layout/vList2"/>
    <dgm:cxn modelId="{DDE22AB1-85FB-4861-A60C-632AA6EFBD80}" type="presParOf" srcId="{A07C29D5-FC61-4F8E-A1DF-FC9F887B68FD}" destId="{69605DC2-989B-442C-8517-22C24A15A1B9}" srcOrd="9" destOrd="0" presId="urn:microsoft.com/office/officeart/2005/8/layout/vList2"/>
    <dgm:cxn modelId="{C1182F6F-0CD2-4E0E-A413-B6E327875886}" type="presParOf" srcId="{A07C29D5-FC61-4F8E-A1DF-FC9F887B68FD}" destId="{DCC47736-1983-4D49-B0D4-4DCE2824360A}" srcOrd="10" destOrd="0" presId="urn:microsoft.com/office/officeart/2005/8/layout/vList2"/>
    <dgm:cxn modelId="{FED2655E-503C-4375-8519-FF0AEFC21215}" type="presParOf" srcId="{A07C29D5-FC61-4F8E-A1DF-FC9F887B68FD}" destId="{F6A34FC2-12D1-4DDA-BE80-1A38EC378953}" srcOrd="11" destOrd="0" presId="urn:microsoft.com/office/officeart/2005/8/layout/vList2"/>
    <dgm:cxn modelId="{34A253D9-C082-4699-8E6C-B79659A40C8B}" type="presParOf" srcId="{A07C29D5-FC61-4F8E-A1DF-FC9F887B68FD}" destId="{44E0BACD-B8A7-4F47-ABB1-6D7B6937C85A}" srcOrd="12" destOrd="0" presId="urn:microsoft.com/office/officeart/2005/8/layout/vList2"/>
    <dgm:cxn modelId="{19DD2C22-9550-4D99-BF30-8C95C15AC7D6}" type="presParOf" srcId="{A07C29D5-FC61-4F8E-A1DF-FC9F887B68FD}" destId="{A88FEB39-D441-4E15-A7C7-CDEF50862DE3}" srcOrd="13" destOrd="0" presId="urn:microsoft.com/office/officeart/2005/8/layout/vList2"/>
    <dgm:cxn modelId="{FED842C0-3072-44EB-B710-E113F1B6CD8A}" type="presParOf" srcId="{A07C29D5-FC61-4F8E-A1DF-FC9F887B68FD}" destId="{8E70CC14-248F-4609-B030-A6232F99E0DA}" srcOrd="1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7C75DDD-E72F-41A1-B339-BAFEA9AE3521}" type="doc">
      <dgm:prSet loTypeId="urn:microsoft.com/office/officeart/2005/8/layout/vList2" loCatId="list" qsTypeId="urn:microsoft.com/office/officeart/2005/8/quickstyle/simple1" qsCatId="simple" csTypeId="urn:microsoft.com/office/officeart/2005/8/colors/accent1_1" csCatId="accent1" phldr="1"/>
      <dgm:spPr/>
      <dgm:t>
        <a:bodyPr/>
        <a:lstStyle/>
        <a:p>
          <a:endParaRPr lang="en-US"/>
        </a:p>
      </dgm:t>
    </dgm:pt>
    <dgm:pt modelId="{A7846807-592C-4D9B-8BD3-DF607E6E497D}">
      <dgm:prSet/>
      <dgm:spPr/>
      <dgm:t>
        <a:bodyPr/>
        <a:lstStyle/>
        <a:p>
          <a:r>
            <a:rPr lang="en-US" dirty="0"/>
            <a:t>“At Celerity Fiber, we understand that high-quality internet isn’t just a luxury—it’s a necessity, especially in multi-dwelling units. As a Florida-based company, we’re committed to providing seamless, high-speed connectivity that keeps tenants happy and properties performing at their best. With tailored solutions that fit your properties specific needs and a dedicated in-house support team available, we bring a level of service that’s unmatched. From managed WiFi across your property to customizable packages, Celerity Fiber doesn’t just connect your property; we elevate it. Choose Celerity Fiber, where reliability meets real customer care, right here in Florida.”</a:t>
          </a:r>
        </a:p>
      </dgm:t>
    </dgm:pt>
    <dgm:pt modelId="{A494B237-694D-421E-A1CF-11DD1C03C861}" type="parTrans" cxnId="{0864A924-4D65-4F44-9EBD-B1511CBB4092}">
      <dgm:prSet/>
      <dgm:spPr/>
      <dgm:t>
        <a:bodyPr/>
        <a:lstStyle/>
        <a:p>
          <a:endParaRPr lang="en-US"/>
        </a:p>
      </dgm:t>
    </dgm:pt>
    <dgm:pt modelId="{F43DDF82-BA50-45B8-9E39-61C50604D678}" type="sibTrans" cxnId="{0864A924-4D65-4F44-9EBD-B1511CBB4092}">
      <dgm:prSet/>
      <dgm:spPr/>
      <dgm:t>
        <a:bodyPr/>
        <a:lstStyle/>
        <a:p>
          <a:endParaRPr lang="en-US"/>
        </a:p>
      </dgm:t>
    </dgm:pt>
    <dgm:pt modelId="{2C4B1768-239A-472E-A7A0-85A8EAEA7AE2}" type="pres">
      <dgm:prSet presAssocID="{47C75DDD-E72F-41A1-B339-BAFEA9AE3521}" presName="linear" presStyleCnt="0">
        <dgm:presLayoutVars>
          <dgm:animLvl val="lvl"/>
          <dgm:resizeHandles val="exact"/>
        </dgm:presLayoutVars>
      </dgm:prSet>
      <dgm:spPr/>
    </dgm:pt>
    <dgm:pt modelId="{72A5DC98-B726-4B71-8E71-03B0C4B077B4}" type="pres">
      <dgm:prSet presAssocID="{A7846807-592C-4D9B-8BD3-DF607E6E497D}" presName="parentText" presStyleLbl="node1" presStyleIdx="0" presStyleCnt="1">
        <dgm:presLayoutVars>
          <dgm:chMax val="0"/>
          <dgm:bulletEnabled val="1"/>
        </dgm:presLayoutVars>
      </dgm:prSet>
      <dgm:spPr/>
    </dgm:pt>
  </dgm:ptLst>
  <dgm:cxnLst>
    <dgm:cxn modelId="{0864A924-4D65-4F44-9EBD-B1511CBB4092}" srcId="{47C75DDD-E72F-41A1-B339-BAFEA9AE3521}" destId="{A7846807-592C-4D9B-8BD3-DF607E6E497D}" srcOrd="0" destOrd="0" parTransId="{A494B237-694D-421E-A1CF-11DD1C03C861}" sibTransId="{F43DDF82-BA50-45B8-9E39-61C50604D678}"/>
    <dgm:cxn modelId="{1FF49B50-1D7B-4EAB-964A-D8FBD2150A53}" type="presOf" srcId="{A7846807-592C-4D9B-8BD3-DF607E6E497D}" destId="{72A5DC98-B726-4B71-8E71-03B0C4B077B4}" srcOrd="0" destOrd="0" presId="urn:microsoft.com/office/officeart/2005/8/layout/vList2"/>
    <dgm:cxn modelId="{05A992E2-0E0B-43A0-92D6-C223809ED3D4}" type="presOf" srcId="{47C75DDD-E72F-41A1-B339-BAFEA9AE3521}" destId="{2C4B1768-239A-472E-A7A0-85A8EAEA7AE2}" srcOrd="0" destOrd="0" presId="urn:microsoft.com/office/officeart/2005/8/layout/vList2"/>
    <dgm:cxn modelId="{D55E19B2-EB32-46F3-8DE2-3D0C6E40E349}" type="presParOf" srcId="{2C4B1768-239A-472E-A7A0-85A8EAEA7AE2}" destId="{72A5DC98-B726-4B71-8E71-03B0C4B077B4}"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6E9CBAE-E7CC-4165-A749-A3F8267056F5}"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5C4C9E41-E0A0-4B2D-9E4B-CA8F6D008A60}">
      <dgm:prSet/>
      <dgm:spPr/>
      <dgm:t>
        <a:bodyPr/>
        <a:lstStyle/>
        <a:p>
          <a:r>
            <a:rPr lang="en-US" b="1"/>
            <a:t>For Property Managers:</a:t>
          </a:r>
          <a:endParaRPr lang="en-US"/>
        </a:p>
      </dgm:t>
    </dgm:pt>
    <dgm:pt modelId="{58A8164F-00C7-447A-B97B-03292DA3D774}" type="parTrans" cxnId="{BFDDA852-E995-4E20-8BED-C93F4BD0C8DA}">
      <dgm:prSet/>
      <dgm:spPr/>
      <dgm:t>
        <a:bodyPr/>
        <a:lstStyle/>
        <a:p>
          <a:endParaRPr lang="en-US"/>
        </a:p>
      </dgm:t>
    </dgm:pt>
    <dgm:pt modelId="{2BB8B9DD-22C3-483C-8AAE-5CC6A6C4F4D6}" type="sibTrans" cxnId="{BFDDA852-E995-4E20-8BED-C93F4BD0C8DA}">
      <dgm:prSet/>
      <dgm:spPr/>
      <dgm:t>
        <a:bodyPr/>
        <a:lstStyle/>
        <a:p>
          <a:endParaRPr lang="en-US"/>
        </a:p>
      </dgm:t>
    </dgm:pt>
    <dgm:pt modelId="{9B5D913D-0918-42F0-B0EB-073A566B4533}">
      <dgm:prSet/>
      <dgm:spPr/>
      <dgm:t>
        <a:bodyPr/>
        <a:lstStyle/>
        <a:p>
          <a:r>
            <a:rPr lang="en-US" b="1" dirty="0"/>
            <a:t>Increase Tenant Satisfaction</a:t>
          </a:r>
          <a:r>
            <a:rPr lang="en-US" dirty="0"/>
            <a:t>: “Our reliable internet keeps your tenants connected and satisfied, helping you reduce turnover and increase tenant loyalty.”</a:t>
          </a:r>
        </a:p>
      </dgm:t>
    </dgm:pt>
    <dgm:pt modelId="{9D0F6BDD-EB7D-4CA8-A818-873D531AAAAC}" type="parTrans" cxnId="{BF51BA42-9321-4CDB-A5B1-0C1309AA7715}">
      <dgm:prSet/>
      <dgm:spPr/>
      <dgm:t>
        <a:bodyPr/>
        <a:lstStyle/>
        <a:p>
          <a:endParaRPr lang="en-US"/>
        </a:p>
      </dgm:t>
    </dgm:pt>
    <dgm:pt modelId="{1E23F9C4-0F76-42B8-8852-6C746E3420C3}" type="sibTrans" cxnId="{BF51BA42-9321-4CDB-A5B1-0C1309AA7715}">
      <dgm:prSet/>
      <dgm:spPr/>
      <dgm:t>
        <a:bodyPr/>
        <a:lstStyle/>
        <a:p>
          <a:endParaRPr lang="en-US"/>
        </a:p>
      </dgm:t>
    </dgm:pt>
    <dgm:pt modelId="{B3600EDC-F6AE-4A2A-9029-5722FC664BB3}">
      <dgm:prSet/>
      <dgm:spPr/>
      <dgm:t>
        <a:bodyPr/>
        <a:lstStyle/>
        <a:p>
          <a:r>
            <a:rPr lang="en-US" b="1" dirty="0"/>
            <a:t>Hands-On Support</a:t>
          </a:r>
          <a:r>
            <a:rPr lang="en-US" dirty="0"/>
            <a:t>: “With 24/7 in-house support, you won’t be left dealing with connectivity issues alone; we’re here to help at any time.”</a:t>
          </a:r>
        </a:p>
      </dgm:t>
    </dgm:pt>
    <dgm:pt modelId="{8FFCF725-EE34-411D-9DAC-FD227C537570}" type="parTrans" cxnId="{B9FB303C-6F7B-4E42-ACBA-58E3CC2CFC66}">
      <dgm:prSet/>
      <dgm:spPr/>
      <dgm:t>
        <a:bodyPr/>
        <a:lstStyle/>
        <a:p>
          <a:endParaRPr lang="en-US"/>
        </a:p>
      </dgm:t>
    </dgm:pt>
    <dgm:pt modelId="{FE1E3D65-0B51-42C9-B8CD-1B97EA32E3BC}" type="sibTrans" cxnId="{B9FB303C-6F7B-4E42-ACBA-58E3CC2CFC66}">
      <dgm:prSet/>
      <dgm:spPr/>
      <dgm:t>
        <a:bodyPr/>
        <a:lstStyle/>
        <a:p>
          <a:endParaRPr lang="en-US"/>
        </a:p>
      </dgm:t>
    </dgm:pt>
    <dgm:pt modelId="{F25194E2-AC28-4F75-9C32-7C474FB22101}">
      <dgm:prSet/>
      <dgm:spPr/>
      <dgm:t>
        <a:bodyPr/>
        <a:lstStyle/>
        <a:p>
          <a:r>
            <a:rPr lang="en-US" b="1"/>
            <a:t>For Developers:</a:t>
          </a:r>
          <a:endParaRPr lang="en-US"/>
        </a:p>
      </dgm:t>
    </dgm:pt>
    <dgm:pt modelId="{14D8847C-D169-491A-95A2-C0187AAA77B1}" type="parTrans" cxnId="{F0B4AF5B-702C-4CCB-9F4E-DF7BAAD176B5}">
      <dgm:prSet/>
      <dgm:spPr/>
      <dgm:t>
        <a:bodyPr/>
        <a:lstStyle/>
        <a:p>
          <a:endParaRPr lang="en-US"/>
        </a:p>
      </dgm:t>
    </dgm:pt>
    <dgm:pt modelId="{3773DD56-42E9-41DA-914C-A121969A729C}" type="sibTrans" cxnId="{F0B4AF5B-702C-4CCB-9F4E-DF7BAAD176B5}">
      <dgm:prSet/>
      <dgm:spPr/>
      <dgm:t>
        <a:bodyPr/>
        <a:lstStyle/>
        <a:p>
          <a:endParaRPr lang="en-US"/>
        </a:p>
      </dgm:t>
    </dgm:pt>
    <dgm:pt modelId="{F8B49D41-D0CD-4346-BC0A-13DA56CCF37A}">
      <dgm:prSet/>
      <dgm:spPr/>
      <dgm:t>
        <a:bodyPr/>
        <a:lstStyle/>
        <a:p>
          <a:r>
            <a:rPr lang="en-US" b="1" dirty="0"/>
            <a:t>Scalable and Future-Ready</a:t>
          </a:r>
          <a:r>
            <a:rPr lang="en-US" dirty="0"/>
            <a:t>: “Celerity Fiber offers scalable, high-speed solutions that future-proof your property, meeting both current and evolving connectivity demands.”</a:t>
          </a:r>
        </a:p>
      </dgm:t>
    </dgm:pt>
    <dgm:pt modelId="{89723A6E-B5A2-431C-B557-5783FF874491}" type="parTrans" cxnId="{7A20FEA9-1E29-4743-B345-241E92013B82}">
      <dgm:prSet/>
      <dgm:spPr/>
      <dgm:t>
        <a:bodyPr/>
        <a:lstStyle/>
        <a:p>
          <a:endParaRPr lang="en-US"/>
        </a:p>
      </dgm:t>
    </dgm:pt>
    <dgm:pt modelId="{E4E8A5B1-904C-4550-82B2-C9944242848D}" type="sibTrans" cxnId="{7A20FEA9-1E29-4743-B345-241E92013B82}">
      <dgm:prSet/>
      <dgm:spPr/>
      <dgm:t>
        <a:bodyPr/>
        <a:lstStyle/>
        <a:p>
          <a:endParaRPr lang="en-US"/>
        </a:p>
      </dgm:t>
    </dgm:pt>
    <dgm:pt modelId="{C702C5AB-BFB6-4FF7-BBBC-BD5EF3EA3642}">
      <dgm:prSet/>
      <dgm:spPr/>
      <dgm:t>
        <a:bodyPr/>
        <a:lstStyle/>
        <a:p>
          <a:r>
            <a:rPr lang="en-US" b="1" dirty="0"/>
            <a:t>Boost Property Value</a:t>
          </a:r>
          <a:r>
            <a:rPr lang="en-US" dirty="0"/>
            <a:t>: “Properties with fiber internet attract and retain tenants more effectively, making them more competitive in the market.”</a:t>
          </a:r>
        </a:p>
      </dgm:t>
    </dgm:pt>
    <dgm:pt modelId="{F60493C8-3154-4B13-8912-E1655F701CFB}" type="parTrans" cxnId="{ECAD03AA-93EE-49C3-8C09-4ADA3F28CE2C}">
      <dgm:prSet/>
      <dgm:spPr/>
      <dgm:t>
        <a:bodyPr/>
        <a:lstStyle/>
        <a:p>
          <a:endParaRPr lang="en-US"/>
        </a:p>
      </dgm:t>
    </dgm:pt>
    <dgm:pt modelId="{256B69B8-ABE1-46D1-8609-392768FA947D}" type="sibTrans" cxnId="{ECAD03AA-93EE-49C3-8C09-4ADA3F28CE2C}">
      <dgm:prSet/>
      <dgm:spPr/>
      <dgm:t>
        <a:bodyPr/>
        <a:lstStyle/>
        <a:p>
          <a:endParaRPr lang="en-US"/>
        </a:p>
      </dgm:t>
    </dgm:pt>
    <dgm:pt modelId="{80BEE99E-31B2-4CDC-8824-6B2F095EC717}">
      <dgm:prSet/>
      <dgm:spPr/>
      <dgm:t>
        <a:bodyPr/>
        <a:lstStyle/>
        <a:p>
          <a:r>
            <a:rPr lang="en-US" b="1"/>
            <a:t>For Corporate Decision Makers in Property Management Firms:</a:t>
          </a:r>
          <a:endParaRPr lang="en-US"/>
        </a:p>
      </dgm:t>
    </dgm:pt>
    <dgm:pt modelId="{B3ABC652-763C-410C-B355-537CEFCFEC4F}" type="parTrans" cxnId="{2771A1E7-ED28-4592-BA13-FDCC055FA122}">
      <dgm:prSet/>
      <dgm:spPr/>
      <dgm:t>
        <a:bodyPr/>
        <a:lstStyle/>
        <a:p>
          <a:endParaRPr lang="en-US"/>
        </a:p>
      </dgm:t>
    </dgm:pt>
    <dgm:pt modelId="{C5B767D0-905D-4B31-A7CE-01CF74320295}" type="sibTrans" cxnId="{2771A1E7-ED28-4592-BA13-FDCC055FA122}">
      <dgm:prSet/>
      <dgm:spPr/>
      <dgm:t>
        <a:bodyPr/>
        <a:lstStyle/>
        <a:p>
          <a:endParaRPr lang="en-US"/>
        </a:p>
      </dgm:t>
    </dgm:pt>
    <dgm:pt modelId="{F8878FE0-3331-4907-B075-541CAC457CC2}">
      <dgm:prSet/>
      <dgm:spPr/>
      <dgm:t>
        <a:bodyPr/>
        <a:lstStyle/>
        <a:p>
          <a:r>
            <a:rPr lang="en-US" b="1" dirty="0"/>
            <a:t>Tailored Bulk Solutions</a:t>
          </a:r>
          <a:r>
            <a:rPr lang="en-US" dirty="0"/>
            <a:t>: “Our bulk packages are designed to enhance property-wide connectivity, from individual units to common areas, supporting a seamless tenant experience.”</a:t>
          </a:r>
        </a:p>
      </dgm:t>
    </dgm:pt>
    <dgm:pt modelId="{54B8948A-0AC5-495E-859C-54E3247C0426}" type="parTrans" cxnId="{36D19C5A-DDCF-4557-AAC7-56EC068DE36D}">
      <dgm:prSet/>
      <dgm:spPr/>
      <dgm:t>
        <a:bodyPr/>
        <a:lstStyle/>
        <a:p>
          <a:endParaRPr lang="en-US"/>
        </a:p>
      </dgm:t>
    </dgm:pt>
    <dgm:pt modelId="{4CF615B5-F4DE-4403-8A55-0C05EEA8461A}" type="sibTrans" cxnId="{36D19C5A-DDCF-4557-AAC7-56EC068DE36D}">
      <dgm:prSet/>
      <dgm:spPr/>
      <dgm:t>
        <a:bodyPr/>
        <a:lstStyle/>
        <a:p>
          <a:endParaRPr lang="en-US"/>
        </a:p>
      </dgm:t>
    </dgm:pt>
    <dgm:pt modelId="{3E637CF5-3A0F-42B3-9CF5-988C70679295}">
      <dgm:prSet/>
      <dgm:spPr/>
      <dgm:t>
        <a:bodyPr/>
        <a:lstStyle/>
        <a:p>
          <a:r>
            <a:rPr lang="en-US" b="1" dirty="0"/>
            <a:t>Reliable Local Partner</a:t>
          </a:r>
          <a:r>
            <a:rPr lang="en-US" dirty="0"/>
            <a:t>: “We’re a Florida-based provider with a deep understanding of the regional market, so you can trust us as a dedicated partner who cares about your properties’ success.”</a:t>
          </a:r>
        </a:p>
      </dgm:t>
    </dgm:pt>
    <dgm:pt modelId="{F1ACB5B5-74F9-40DC-AAB6-737142821BCB}" type="parTrans" cxnId="{068A4A73-2938-4964-AAA3-C6BEBF0D9AD6}">
      <dgm:prSet/>
      <dgm:spPr/>
      <dgm:t>
        <a:bodyPr/>
        <a:lstStyle/>
        <a:p>
          <a:endParaRPr lang="en-US"/>
        </a:p>
      </dgm:t>
    </dgm:pt>
    <dgm:pt modelId="{6075CBF7-1F03-4035-82DE-2FF77B22EAB6}" type="sibTrans" cxnId="{068A4A73-2938-4964-AAA3-C6BEBF0D9AD6}">
      <dgm:prSet/>
      <dgm:spPr/>
      <dgm:t>
        <a:bodyPr/>
        <a:lstStyle/>
        <a:p>
          <a:endParaRPr lang="en-US"/>
        </a:p>
      </dgm:t>
    </dgm:pt>
    <dgm:pt modelId="{3BA1CC55-DE22-4BC9-B8D5-0C0C09710097}">
      <dgm:prSet/>
      <dgm:spPr/>
      <dgm:t>
        <a:bodyPr/>
        <a:lstStyle/>
        <a:p>
          <a:r>
            <a:rPr lang="en-US" b="1" dirty="0"/>
            <a:t>For HOA - Community Board Decision Makers:</a:t>
          </a:r>
          <a:endParaRPr lang="en-US" dirty="0"/>
        </a:p>
      </dgm:t>
    </dgm:pt>
    <dgm:pt modelId="{A89D5D9F-62E6-4B94-BC1D-A4597A46CA28}" type="parTrans" cxnId="{0DCB93FC-F2B3-4DB1-8FC8-20B3A62765C5}">
      <dgm:prSet/>
      <dgm:spPr/>
      <dgm:t>
        <a:bodyPr/>
        <a:lstStyle/>
        <a:p>
          <a:endParaRPr lang="en-US"/>
        </a:p>
      </dgm:t>
    </dgm:pt>
    <dgm:pt modelId="{50011BD1-59B8-4BD8-BEDC-D8C4272E78D8}" type="sibTrans" cxnId="{0DCB93FC-F2B3-4DB1-8FC8-20B3A62765C5}">
      <dgm:prSet/>
      <dgm:spPr/>
      <dgm:t>
        <a:bodyPr/>
        <a:lstStyle/>
        <a:p>
          <a:endParaRPr lang="en-US"/>
        </a:p>
      </dgm:t>
    </dgm:pt>
    <dgm:pt modelId="{817C9EF5-A0BE-4603-B115-806D0512D022}">
      <dgm:prSet/>
      <dgm:spPr/>
      <dgm:t>
        <a:bodyPr/>
        <a:lstStyle/>
        <a:p>
          <a:r>
            <a:rPr lang="en-US" b="1" dirty="0"/>
            <a:t>Better Resident Experience</a:t>
          </a:r>
          <a:r>
            <a:rPr lang="en-US" dirty="0"/>
            <a:t>: “We deliver consistent, managed WiFi across the entire property, ensuring that your residents enjoy uninterrupted service in every corner of the community.”</a:t>
          </a:r>
        </a:p>
      </dgm:t>
    </dgm:pt>
    <dgm:pt modelId="{C1CD0006-1EA3-41FC-943A-14A55CB71FEE}" type="parTrans" cxnId="{57EAE639-2687-4860-96FF-872980322306}">
      <dgm:prSet/>
      <dgm:spPr/>
      <dgm:t>
        <a:bodyPr/>
        <a:lstStyle/>
        <a:p>
          <a:endParaRPr lang="en-US"/>
        </a:p>
      </dgm:t>
    </dgm:pt>
    <dgm:pt modelId="{D3445D93-5CF2-4601-8364-9F2161770ACF}" type="sibTrans" cxnId="{57EAE639-2687-4860-96FF-872980322306}">
      <dgm:prSet/>
      <dgm:spPr/>
      <dgm:t>
        <a:bodyPr/>
        <a:lstStyle/>
        <a:p>
          <a:endParaRPr lang="en-US"/>
        </a:p>
      </dgm:t>
    </dgm:pt>
    <dgm:pt modelId="{67688C04-FFAC-4FC9-9E26-F1DF437294BC}">
      <dgm:prSet/>
      <dgm:spPr/>
      <dgm:t>
        <a:bodyPr/>
        <a:lstStyle/>
        <a:p>
          <a:r>
            <a:rPr lang="en-US" b="1" dirty="0"/>
            <a:t>Flexible Packages</a:t>
          </a:r>
          <a:r>
            <a:rPr lang="en-US" dirty="0"/>
            <a:t>: “Choose packages that match the specific needs of your community, whether that’s ultra-high-speed connectivity or robust managed WiFi.”</a:t>
          </a:r>
        </a:p>
      </dgm:t>
    </dgm:pt>
    <dgm:pt modelId="{6E92689E-1E2E-42CF-B549-124B9D399E1E}" type="parTrans" cxnId="{DC99ACCB-2CF6-4AD2-AFFE-16F40A1B8E21}">
      <dgm:prSet/>
      <dgm:spPr/>
      <dgm:t>
        <a:bodyPr/>
        <a:lstStyle/>
        <a:p>
          <a:endParaRPr lang="en-US"/>
        </a:p>
      </dgm:t>
    </dgm:pt>
    <dgm:pt modelId="{E95BB5BE-2820-4489-ADD9-62C50114DCAE}" type="sibTrans" cxnId="{DC99ACCB-2CF6-4AD2-AFFE-16F40A1B8E21}">
      <dgm:prSet/>
      <dgm:spPr/>
      <dgm:t>
        <a:bodyPr/>
        <a:lstStyle/>
        <a:p>
          <a:endParaRPr lang="en-US"/>
        </a:p>
      </dgm:t>
    </dgm:pt>
    <dgm:pt modelId="{01624A17-19E7-4385-A169-AA2C10F8653F}" type="pres">
      <dgm:prSet presAssocID="{96E9CBAE-E7CC-4165-A749-A3F8267056F5}" presName="linear" presStyleCnt="0">
        <dgm:presLayoutVars>
          <dgm:animLvl val="lvl"/>
          <dgm:resizeHandles val="exact"/>
        </dgm:presLayoutVars>
      </dgm:prSet>
      <dgm:spPr/>
    </dgm:pt>
    <dgm:pt modelId="{90968BE0-D7B3-42A1-9F92-5299C8079A86}" type="pres">
      <dgm:prSet presAssocID="{5C4C9E41-E0A0-4B2D-9E4B-CA8F6D008A60}" presName="parentText" presStyleLbl="node1" presStyleIdx="0" presStyleCnt="4">
        <dgm:presLayoutVars>
          <dgm:chMax val="0"/>
          <dgm:bulletEnabled val="1"/>
        </dgm:presLayoutVars>
      </dgm:prSet>
      <dgm:spPr/>
    </dgm:pt>
    <dgm:pt modelId="{0275F456-43A2-4057-8930-42D07DD773F5}" type="pres">
      <dgm:prSet presAssocID="{5C4C9E41-E0A0-4B2D-9E4B-CA8F6D008A60}" presName="childText" presStyleLbl="revTx" presStyleIdx="0" presStyleCnt="4">
        <dgm:presLayoutVars>
          <dgm:bulletEnabled val="1"/>
        </dgm:presLayoutVars>
      </dgm:prSet>
      <dgm:spPr/>
    </dgm:pt>
    <dgm:pt modelId="{E180B5AA-2D88-4368-AA1B-EF2AFF918FFE}" type="pres">
      <dgm:prSet presAssocID="{F25194E2-AC28-4F75-9C32-7C474FB22101}" presName="parentText" presStyleLbl="node1" presStyleIdx="1" presStyleCnt="4">
        <dgm:presLayoutVars>
          <dgm:chMax val="0"/>
          <dgm:bulletEnabled val="1"/>
        </dgm:presLayoutVars>
      </dgm:prSet>
      <dgm:spPr/>
    </dgm:pt>
    <dgm:pt modelId="{48E32DF7-2CB4-465A-A91A-0D36C9693341}" type="pres">
      <dgm:prSet presAssocID="{F25194E2-AC28-4F75-9C32-7C474FB22101}" presName="childText" presStyleLbl="revTx" presStyleIdx="1" presStyleCnt="4">
        <dgm:presLayoutVars>
          <dgm:bulletEnabled val="1"/>
        </dgm:presLayoutVars>
      </dgm:prSet>
      <dgm:spPr/>
    </dgm:pt>
    <dgm:pt modelId="{E4114683-5B03-4691-B0C3-C3415F82B6AF}" type="pres">
      <dgm:prSet presAssocID="{80BEE99E-31B2-4CDC-8824-6B2F095EC717}" presName="parentText" presStyleLbl="node1" presStyleIdx="2" presStyleCnt="4">
        <dgm:presLayoutVars>
          <dgm:chMax val="0"/>
          <dgm:bulletEnabled val="1"/>
        </dgm:presLayoutVars>
      </dgm:prSet>
      <dgm:spPr/>
    </dgm:pt>
    <dgm:pt modelId="{17DB3032-2752-4742-B612-D2EA76D64F7D}" type="pres">
      <dgm:prSet presAssocID="{80BEE99E-31B2-4CDC-8824-6B2F095EC717}" presName="childText" presStyleLbl="revTx" presStyleIdx="2" presStyleCnt="4">
        <dgm:presLayoutVars>
          <dgm:bulletEnabled val="1"/>
        </dgm:presLayoutVars>
      </dgm:prSet>
      <dgm:spPr/>
    </dgm:pt>
    <dgm:pt modelId="{55785F8F-62C6-4436-8408-8E332D4AA69A}" type="pres">
      <dgm:prSet presAssocID="{3BA1CC55-DE22-4BC9-B8D5-0C0C09710097}" presName="parentText" presStyleLbl="node1" presStyleIdx="3" presStyleCnt="4">
        <dgm:presLayoutVars>
          <dgm:chMax val="0"/>
          <dgm:bulletEnabled val="1"/>
        </dgm:presLayoutVars>
      </dgm:prSet>
      <dgm:spPr/>
    </dgm:pt>
    <dgm:pt modelId="{37B91A19-4915-4EC1-B105-08987A255122}" type="pres">
      <dgm:prSet presAssocID="{3BA1CC55-DE22-4BC9-B8D5-0C0C09710097}" presName="childText" presStyleLbl="revTx" presStyleIdx="3" presStyleCnt="4">
        <dgm:presLayoutVars>
          <dgm:bulletEnabled val="1"/>
        </dgm:presLayoutVars>
      </dgm:prSet>
      <dgm:spPr/>
    </dgm:pt>
  </dgm:ptLst>
  <dgm:cxnLst>
    <dgm:cxn modelId="{561F0F1F-8322-4888-B6DF-88FA83B5084A}" type="presOf" srcId="{3E637CF5-3A0F-42B3-9CF5-988C70679295}" destId="{17DB3032-2752-4742-B612-D2EA76D64F7D}" srcOrd="0" destOrd="1" presId="urn:microsoft.com/office/officeart/2005/8/layout/vList2"/>
    <dgm:cxn modelId="{EC9DEF32-C4BB-44FC-A766-2D5697EEF2D5}" type="presOf" srcId="{96E9CBAE-E7CC-4165-A749-A3F8267056F5}" destId="{01624A17-19E7-4385-A169-AA2C10F8653F}" srcOrd="0" destOrd="0" presId="urn:microsoft.com/office/officeart/2005/8/layout/vList2"/>
    <dgm:cxn modelId="{A507FF34-0202-4BC9-999B-CAC1BF99EC37}" type="presOf" srcId="{9B5D913D-0918-42F0-B0EB-073A566B4533}" destId="{0275F456-43A2-4057-8930-42D07DD773F5}" srcOrd="0" destOrd="0" presId="urn:microsoft.com/office/officeart/2005/8/layout/vList2"/>
    <dgm:cxn modelId="{57EAE639-2687-4860-96FF-872980322306}" srcId="{3BA1CC55-DE22-4BC9-B8D5-0C0C09710097}" destId="{817C9EF5-A0BE-4603-B115-806D0512D022}" srcOrd="0" destOrd="0" parTransId="{C1CD0006-1EA3-41FC-943A-14A55CB71FEE}" sibTransId="{D3445D93-5CF2-4601-8364-9F2161770ACF}"/>
    <dgm:cxn modelId="{B9FB303C-6F7B-4E42-ACBA-58E3CC2CFC66}" srcId="{5C4C9E41-E0A0-4B2D-9E4B-CA8F6D008A60}" destId="{B3600EDC-F6AE-4A2A-9029-5722FC664BB3}" srcOrd="1" destOrd="0" parTransId="{8FFCF725-EE34-411D-9DAC-FD227C537570}" sibTransId="{FE1E3D65-0B51-42C9-B8CD-1B97EA32E3BC}"/>
    <dgm:cxn modelId="{A81FD040-743A-47EE-8596-B75B19A168D1}" type="presOf" srcId="{3BA1CC55-DE22-4BC9-B8D5-0C0C09710097}" destId="{55785F8F-62C6-4436-8408-8E332D4AA69A}" srcOrd="0" destOrd="0" presId="urn:microsoft.com/office/officeart/2005/8/layout/vList2"/>
    <dgm:cxn modelId="{F0B4AF5B-702C-4CCB-9F4E-DF7BAAD176B5}" srcId="{96E9CBAE-E7CC-4165-A749-A3F8267056F5}" destId="{F25194E2-AC28-4F75-9C32-7C474FB22101}" srcOrd="1" destOrd="0" parTransId="{14D8847C-D169-491A-95A2-C0187AAA77B1}" sibTransId="{3773DD56-42E9-41DA-914C-A121969A729C}"/>
    <dgm:cxn modelId="{8E391C5E-BE7F-4C98-986A-7B2955C1E708}" type="presOf" srcId="{817C9EF5-A0BE-4603-B115-806D0512D022}" destId="{37B91A19-4915-4EC1-B105-08987A255122}" srcOrd="0" destOrd="0" presId="urn:microsoft.com/office/officeart/2005/8/layout/vList2"/>
    <dgm:cxn modelId="{17F9F75E-A74B-4502-AE1E-1902BACEBD9D}" type="presOf" srcId="{5C4C9E41-E0A0-4B2D-9E4B-CA8F6D008A60}" destId="{90968BE0-D7B3-42A1-9F92-5299C8079A86}" srcOrd="0" destOrd="0" presId="urn:microsoft.com/office/officeart/2005/8/layout/vList2"/>
    <dgm:cxn modelId="{BF51BA42-9321-4CDB-A5B1-0C1309AA7715}" srcId="{5C4C9E41-E0A0-4B2D-9E4B-CA8F6D008A60}" destId="{9B5D913D-0918-42F0-B0EB-073A566B4533}" srcOrd="0" destOrd="0" parTransId="{9D0F6BDD-EB7D-4CA8-A818-873D531AAAAC}" sibTransId="{1E23F9C4-0F76-42B8-8852-6C746E3420C3}"/>
    <dgm:cxn modelId="{FFB50968-AA17-4BCD-A22A-4AA613908070}" type="presOf" srcId="{67688C04-FFAC-4FC9-9E26-F1DF437294BC}" destId="{37B91A19-4915-4EC1-B105-08987A255122}" srcOrd="0" destOrd="1" presId="urn:microsoft.com/office/officeart/2005/8/layout/vList2"/>
    <dgm:cxn modelId="{300F184A-715E-4CF2-A325-439C06751087}" type="presOf" srcId="{B3600EDC-F6AE-4A2A-9029-5722FC664BB3}" destId="{0275F456-43A2-4057-8930-42D07DD773F5}" srcOrd="0" destOrd="1" presId="urn:microsoft.com/office/officeart/2005/8/layout/vList2"/>
    <dgm:cxn modelId="{B8675E6D-DE50-4A0F-996B-0DA69F5630EA}" type="presOf" srcId="{C702C5AB-BFB6-4FF7-BBBC-BD5EF3EA3642}" destId="{48E32DF7-2CB4-465A-A91A-0D36C9693341}" srcOrd="0" destOrd="1" presId="urn:microsoft.com/office/officeart/2005/8/layout/vList2"/>
    <dgm:cxn modelId="{B9026152-73FB-486C-A156-75BF81DADFDE}" type="presOf" srcId="{F25194E2-AC28-4F75-9C32-7C474FB22101}" destId="{E180B5AA-2D88-4368-AA1B-EF2AFF918FFE}" srcOrd="0" destOrd="0" presId="urn:microsoft.com/office/officeart/2005/8/layout/vList2"/>
    <dgm:cxn modelId="{BFDDA852-E995-4E20-8BED-C93F4BD0C8DA}" srcId="{96E9CBAE-E7CC-4165-A749-A3F8267056F5}" destId="{5C4C9E41-E0A0-4B2D-9E4B-CA8F6D008A60}" srcOrd="0" destOrd="0" parTransId="{58A8164F-00C7-447A-B97B-03292DA3D774}" sibTransId="{2BB8B9DD-22C3-483C-8AAE-5CC6A6C4F4D6}"/>
    <dgm:cxn modelId="{068A4A73-2938-4964-AAA3-C6BEBF0D9AD6}" srcId="{80BEE99E-31B2-4CDC-8824-6B2F095EC717}" destId="{3E637CF5-3A0F-42B3-9CF5-988C70679295}" srcOrd="1" destOrd="0" parTransId="{F1ACB5B5-74F9-40DC-AAB6-737142821BCB}" sibTransId="{6075CBF7-1F03-4035-82DE-2FF77B22EAB6}"/>
    <dgm:cxn modelId="{36D19C5A-DDCF-4557-AAC7-56EC068DE36D}" srcId="{80BEE99E-31B2-4CDC-8824-6B2F095EC717}" destId="{F8878FE0-3331-4907-B075-541CAC457CC2}" srcOrd="0" destOrd="0" parTransId="{54B8948A-0AC5-495E-859C-54E3247C0426}" sibTransId="{4CF615B5-F4DE-4403-8A55-0C05EEA8461A}"/>
    <dgm:cxn modelId="{56063D85-600C-43BA-8B20-E6A48199559E}" type="presOf" srcId="{F8B49D41-D0CD-4346-BC0A-13DA56CCF37A}" destId="{48E32DF7-2CB4-465A-A91A-0D36C9693341}" srcOrd="0" destOrd="0" presId="urn:microsoft.com/office/officeart/2005/8/layout/vList2"/>
    <dgm:cxn modelId="{2A549B94-8FC2-47AA-9A5A-4C3B05CF9CDF}" type="presOf" srcId="{80BEE99E-31B2-4CDC-8824-6B2F095EC717}" destId="{E4114683-5B03-4691-B0C3-C3415F82B6AF}" srcOrd="0" destOrd="0" presId="urn:microsoft.com/office/officeart/2005/8/layout/vList2"/>
    <dgm:cxn modelId="{7A20FEA9-1E29-4743-B345-241E92013B82}" srcId="{F25194E2-AC28-4F75-9C32-7C474FB22101}" destId="{F8B49D41-D0CD-4346-BC0A-13DA56CCF37A}" srcOrd="0" destOrd="0" parTransId="{89723A6E-B5A2-431C-B557-5783FF874491}" sibTransId="{E4E8A5B1-904C-4550-82B2-C9944242848D}"/>
    <dgm:cxn modelId="{ECAD03AA-93EE-49C3-8C09-4ADA3F28CE2C}" srcId="{F25194E2-AC28-4F75-9C32-7C474FB22101}" destId="{C702C5AB-BFB6-4FF7-BBBC-BD5EF3EA3642}" srcOrd="1" destOrd="0" parTransId="{F60493C8-3154-4B13-8912-E1655F701CFB}" sibTransId="{256B69B8-ABE1-46D1-8609-392768FA947D}"/>
    <dgm:cxn modelId="{DC99ACCB-2CF6-4AD2-AFFE-16F40A1B8E21}" srcId="{3BA1CC55-DE22-4BC9-B8D5-0C0C09710097}" destId="{67688C04-FFAC-4FC9-9E26-F1DF437294BC}" srcOrd="1" destOrd="0" parTransId="{6E92689E-1E2E-42CF-B549-124B9D399E1E}" sibTransId="{E95BB5BE-2820-4489-ADD9-62C50114DCAE}"/>
    <dgm:cxn modelId="{2771A1E7-ED28-4592-BA13-FDCC055FA122}" srcId="{96E9CBAE-E7CC-4165-A749-A3F8267056F5}" destId="{80BEE99E-31B2-4CDC-8824-6B2F095EC717}" srcOrd="2" destOrd="0" parTransId="{B3ABC652-763C-410C-B355-537CEFCFEC4F}" sibTransId="{C5B767D0-905D-4B31-A7CE-01CF74320295}"/>
    <dgm:cxn modelId="{210674EA-AA51-433B-8A19-F8C2BC064407}" type="presOf" srcId="{F8878FE0-3331-4907-B075-541CAC457CC2}" destId="{17DB3032-2752-4742-B612-D2EA76D64F7D}" srcOrd="0" destOrd="0" presId="urn:microsoft.com/office/officeart/2005/8/layout/vList2"/>
    <dgm:cxn modelId="{0DCB93FC-F2B3-4DB1-8FC8-20B3A62765C5}" srcId="{96E9CBAE-E7CC-4165-A749-A3F8267056F5}" destId="{3BA1CC55-DE22-4BC9-B8D5-0C0C09710097}" srcOrd="3" destOrd="0" parTransId="{A89D5D9F-62E6-4B94-BC1D-A4597A46CA28}" sibTransId="{50011BD1-59B8-4BD8-BEDC-D8C4272E78D8}"/>
    <dgm:cxn modelId="{885F3BEC-B797-47D5-9061-EAF30601FB35}" type="presParOf" srcId="{01624A17-19E7-4385-A169-AA2C10F8653F}" destId="{90968BE0-D7B3-42A1-9F92-5299C8079A86}" srcOrd="0" destOrd="0" presId="urn:microsoft.com/office/officeart/2005/8/layout/vList2"/>
    <dgm:cxn modelId="{467AA3B6-CB1B-4E3C-8D56-5E0DE6F94A13}" type="presParOf" srcId="{01624A17-19E7-4385-A169-AA2C10F8653F}" destId="{0275F456-43A2-4057-8930-42D07DD773F5}" srcOrd="1" destOrd="0" presId="urn:microsoft.com/office/officeart/2005/8/layout/vList2"/>
    <dgm:cxn modelId="{0441031C-FBC1-4FD3-806C-E08C24AB860E}" type="presParOf" srcId="{01624A17-19E7-4385-A169-AA2C10F8653F}" destId="{E180B5AA-2D88-4368-AA1B-EF2AFF918FFE}" srcOrd="2" destOrd="0" presId="urn:microsoft.com/office/officeart/2005/8/layout/vList2"/>
    <dgm:cxn modelId="{8465DEAC-CA05-44F2-9BC0-3C5C3ED17EB9}" type="presParOf" srcId="{01624A17-19E7-4385-A169-AA2C10F8653F}" destId="{48E32DF7-2CB4-465A-A91A-0D36C9693341}" srcOrd="3" destOrd="0" presId="urn:microsoft.com/office/officeart/2005/8/layout/vList2"/>
    <dgm:cxn modelId="{9BF04DC2-0E6D-47BD-80AB-A34ECB6A4176}" type="presParOf" srcId="{01624A17-19E7-4385-A169-AA2C10F8653F}" destId="{E4114683-5B03-4691-B0C3-C3415F82B6AF}" srcOrd="4" destOrd="0" presId="urn:microsoft.com/office/officeart/2005/8/layout/vList2"/>
    <dgm:cxn modelId="{4FD88CB3-A68C-4BEA-9984-7D748FD943E2}" type="presParOf" srcId="{01624A17-19E7-4385-A169-AA2C10F8653F}" destId="{17DB3032-2752-4742-B612-D2EA76D64F7D}" srcOrd="5" destOrd="0" presId="urn:microsoft.com/office/officeart/2005/8/layout/vList2"/>
    <dgm:cxn modelId="{5EE45DBC-2391-492A-8FB9-333217646C5A}" type="presParOf" srcId="{01624A17-19E7-4385-A169-AA2C10F8653F}" destId="{55785F8F-62C6-4436-8408-8E332D4AA69A}" srcOrd="6" destOrd="0" presId="urn:microsoft.com/office/officeart/2005/8/layout/vList2"/>
    <dgm:cxn modelId="{969BA4B4-9924-4EC4-B0E9-7874AECA7F32}" type="presParOf" srcId="{01624A17-19E7-4385-A169-AA2C10F8653F}" destId="{37B91A19-4915-4EC1-B105-08987A255122}" srcOrd="7"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EB9DE9-4F05-4A54-9148-AEE278E41C30}">
      <dsp:nvSpPr>
        <dsp:cNvPr id="0" name=""/>
        <dsp:cNvSpPr/>
      </dsp:nvSpPr>
      <dsp:spPr>
        <a:xfrm rot="10800000">
          <a:off x="1906147" y="1305"/>
          <a:ext cx="6887514" cy="685289"/>
        </a:xfrm>
        <a:prstGeom prst="homePlate">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2194" tIns="45720" rIns="85344" bIns="45720" numCol="1" spcCol="1270" anchor="ctr" anchorCtr="0">
          <a:noAutofit/>
        </a:bodyPr>
        <a:lstStyle/>
        <a:p>
          <a:pPr marL="0" lvl="0" indent="0" algn="ctr" defTabSz="533400">
            <a:lnSpc>
              <a:spcPct val="90000"/>
            </a:lnSpc>
            <a:spcBef>
              <a:spcPct val="0"/>
            </a:spcBef>
            <a:spcAft>
              <a:spcPct val="35000"/>
            </a:spcAft>
            <a:buNone/>
          </a:pPr>
          <a:r>
            <a:rPr lang="en-US" sz="1200" b="1" kern="1200"/>
            <a:t>Reliability and Performance</a:t>
          </a:r>
          <a:r>
            <a:rPr lang="en-US" sz="1200" kern="1200"/>
            <a:t>: Celerity Fiber’s 100% fiber network offers high-speed, stable internet that meets the growing demand for seamless connectivity in MDUs, from everyday streaming to work-from-home needs.</a:t>
          </a:r>
        </a:p>
      </dsp:txBody>
      <dsp:txXfrm rot="10800000">
        <a:off x="2077469" y="1305"/>
        <a:ext cx="6716192" cy="685289"/>
      </dsp:txXfrm>
    </dsp:sp>
    <dsp:sp modelId="{E6CAFEC0-0BEA-4CA5-B4F8-466831717AB3}">
      <dsp:nvSpPr>
        <dsp:cNvPr id="0" name=""/>
        <dsp:cNvSpPr/>
      </dsp:nvSpPr>
      <dsp:spPr>
        <a:xfrm>
          <a:off x="1563502" y="1305"/>
          <a:ext cx="685289" cy="685289"/>
        </a:xfrm>
        <a:prstGeom prst="ellipse">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4D5B6C8-E7A0-40A6-AE37-6D1BB3613487}">
      <dsp:nvSpPr>
        <dsp:cNvPr id="0" name=""/>
        <dsp:cNvSpPr/>
      </dsp:nvSpPr>
      <dsp:spPr>
        <a:xfrm rot="10800000">
          <a:off x="1906147" y="891159"/>
          <a:ext cx="6887514" cy="685289"/>
        </a:xfrm>
        <a:prstGeom prst="homePlate">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2194" tIns="45720" rIns="85344" bIns="45720" numCol="1" spcCol="1270" anchor="ctr" anchorCtr="0">
          <a:noAutofit/>
        </a:bodyPr>
        <a:lstStyle/>
        <a:p>
          <a:pPr marL="0" lvl="0" indent="0" algn="ctr" defTabSz="533400">
            <a:lnSpc>
              <a:spcPct val="90000"/>
            </a:lnSpc>
            <a:spcBef>
              <a:spcPct val="0"/>
            </a:spcBef>
            <a:spcAft>
              <a:spcPct val="35000"/>
            </a:spcAft>
            <a:buNone/>
          </a:pPr>
          <a:r>
            <a:rPr lang="en-US" sz="1200" b="1" kern="1200"/>
            <a:t>Florida-Based Expertise</a:t>
          </a:r>
          <a:r>
            <a:rPr lang="en-US" sz="1200" kern="1200"/>
            <a:t>: As a local provider with extensive knowledge of the Florida MDU market, Celerity Fiber understands the specific needs of property managers, developers, and residents in South Florida, ensuring tailored solutions that larger competitors can’t match.</a:t>
          </a:r>
        </a:p>
      </dsp:txBody>
      <dsp:txXfrm rot="10800000">
        <a:off x="2077469" y="891159"/>
        <a:ext cx="6716192" cy="685289"/>
      </dsp:txXfrm>
    </dsp:sp>
    <dsp:sp modelId="{765439B8-EB26-4984-A7BD-0DA22BC70B9E}">
      <dsp:nvSpPr>
        <dsp:cNvPr id="0" name=""/>
        <dsp:cNvSpPr/>
      </dsp:nvSpPr>
      <dsp:spPr>
        <a:xfrm>
          <a:off x="1563502" y="891159"/>
          <a:ext cx="685289" cy="685289"/>
        </a:xfrm>
        <a:prstGeom prst="ellipse">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5F3FE61-F7CB-47D6-B23C-D2CDF91E81A6}">
      <dsp:nvSpPr>
        <dsp:cNvPr id="0" name=""/>
        <dsp:cNvSpPr/>
      </dsp:nvSpPr>
      <dsp:spPr>
        <a:xfrm rot="10800000">
          <a:off x="1906147" y="1781013"/>
          <a:ext cx="6887514" cy="685289"/>
        </a:xfrm>
        <a:prstGeom prst="homePlate">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2194" tIns="45720" rIns="85344" bIns="45720" numCol="1" spcCol="1270" anchor="ctr" anchorCtr="0">
          <a:noAutofit/>
        </a:bodyPr>
        <a:lstStyle/>
        <a:p>
          <a:pPr marL="0" lvl="0" indent="0" algn="ctr" defTabSz="533400">
            <a:lnSpc>
              <a:spcPct val="90000"/>
            </a:lnSpc>
            <a:spcBef>
              <a:spcPct val="0"/>
            </a:spcBef>
            <a:spcAft>
              <a:spcPct val="35000"/>
            </a:spcAft>
            <a:buNone/>
          </a:pPr>
          <a:r>
            <a:rPr lang="en-US" sz="1200" b="1" kern="1200"/>
            <a:t>Superior Customer Experience</a:t>
          </a:r>
          <a:r>
            <a:rPr lang="en-US" sz="1200" kern="1200"/>
            <a:t>: With in-house support, Celerity Fiber provides fast, personalized service to solve issues quickly and keep tenants satisfied, leading to improved tenant retention and better property reviews.</a:t>
          </a:r>
        </a:p>
      </dsp:txBody>
      <dsp:txXfrm rot="10800000">
        <a:off x="2077469" y="1781013"/>
        <a:ext cx="6716192" cy="685289"/>
      </dsp:txXfrm>
    </dsp:sp>
    <dsp:sp modelId="{FED33D77-D31E-4F57-8DDA-7F3764EAE717}">
      <dsp:nvSpPr>
        <dsp:cNvPr id="0" name=""/>
        <dsp:cNvSpPr/>
      </dsp:nvSpPr>
      <dsp:spPr>
        <a:xfrm>
          <a:off x="1563502" y="1781013"/>
          <a:ext cx="685289" cy="685289"/>
        </a:xfrm>
        <a:prstGeom prst="ellipse">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2CC9E74-0D87-406B-AAB6-0F65EF1E214B}">
      <dsp:nvSpPr>
        <dsp:cNvPr id="0" name=""/>
        <dsp:cNvSpPr/>
      </dsp:nvSpPr>
      <dsp:spPr>
        <a:xfrm rot="10800000">
          <a:off x="1906147" y="2670867"/>
          <a:ext cx="6887514" cy="685289"/>
        </a:xfrm>
        <a:prstGeom prst="homePlate">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2194" tIns="45720" rIns="85344" bIns="45720" numCol="1" spcCol="1270" anchor="ctr" anchorCtr="0">
          <a:noAutofit/>
        </a:bodyPr>
        <a:lstStyle/>
        <a:p>
          <a:pPr marL="0" lvl="0" indent="0" algn="ctr" defTabSz="533400">
            <a:lnSpc>
              <a:spcPct val="90000"/>
            </a:lnSpc>
            <a:spcBef>
              <a:spcPct val="0"/>
            </a:spcBef>
            <a:spcAft>
              <a:spcPct val="35000"/>
            </a:spcAft>
            <a:buNone/>
          </a:pPr>
          <a:r>
            <a:rPr lang="en-US" sz="1200" b="1" kern="1200"/>
            <a:t>Scalable and Flexible Solutions</a:t>
          </a:r>
          <a:r>
            <a:rPr lang="en-US" sz="1200" kern="1200"/>
            <a:t>: Celerity Fiber offers customizable packages, making it easy for MDUs to scale their connectivity options based on property size and tenant demand. This flexibility gives property managers the freedom to choose plans that best meet their budget and tenant needs.</a:t>
          </a:r>
        </a:p>
      </dsp:txBody>
      <dsp:txXfrm rot="10800000">
        <a:off x="2077469" y="2670867"/>
        <a:ext cx="6716192" cy="685289"/>
      </dsp:txXfrm>
    </dsp:sp>
    <dsp:sp modelId="{285A41BA-4E85-4586-98A5-D2AD893F85E6}">
      <dsp:nvSpPr>
        <dsp:cNvPr id="0" name=""/>
        <dsp:cNvSpPr/>
      </dsp:nvSpPr>
      <dsp:spPr>
        <a:xfrm>
          <a:off x="1563502" y="2670867"/>
          <a:ext cx="685289" cy="685289"/>
        </a:xfrm>
        <a:prstGeom prst="ellipse">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8CE6848-07DA-454A-A572-513FEECCDA98}">
      <dsp:nvSpPr>
        <dsp:cNvPr id="0" name=""/>
        <dsp:cNvSpPr/>
      </dsp:nvSpPr>
      <dsp:spPr>
        <a:xfrm rot="10800000">
          <a:off x="1906147" y="3560721"/>
          <a:ext cx="6887514" cy="685289"/>
        </a:xfrm>
        <a:prstGeom prst="homePlate">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2194" tIns="45720" rIns="85344" bIns="45720" numCol="1" spcCol="1270" anchor="ctr" anchorCtr="0">
          <a:noAutofit/>
        </a:bodyPr>
        <a:lstStyle/>
        <a:p>
          <a:pPr marL="0" lvl="0" indent="0" algn="ctr" defTabSz="533400">
            <a:lnSpc>
              <a:spcPct val="90000"/>
            </a:lnSpc>
            <a:spcBef>
              <a:spcPct val="0"/>
            </a:spcBef>
            <a:spcAft>
              <a:spcPct val="35000"/>
            </a:spcAft>
            <a:buNone/>
          </a:pPr>
          <a:r>
            <a:rPr lang="en-US" sz="1200" b="1" kern="1200"/>
            <a:t>Managed WiFi Services</a:t>
          </a:r>
          <a:r>
            <a:rPr lang="en-US" sz="1200" kern="1200"/>
            <a:t>: Our managed WiFi solutions deliver consistent, property-wide coverage, helping MDUs create connected environments that attract new tenants and increase satisfaction among current residents.</a:t>
          </a:r>
        </a:p>
      </dsp:txBody>
      <dsp:txXfrm rot="10800000">
        <a:off x="2077469" y="3560721"/>
        <a:ext cx="6716192" cy="685289"/>
      </dsp:txXfrm>
    </dsp:sp>
    <dsp:sp modelId="{4BA4E77B-9D10-4EA0-A445-34FEC3ECB32B}">
      <dsp:nvSpPr>
        <dsp:cNvPr id="0" name=""/>
        <dsp:cNvSpPr/>
      </dsp:nvSpPr>
      <dsp:spPr>
        <a:xfrm>
          <a:off x="1563502" y="3560721"/>
          <a:ext cx="685289" cy="685289"/>
        </a:xfrm>
        <a:prstGeom prst="ellipse">
          <a:avLst/>
        </a:prstGeom>
        <a:blipFill>
          <a:blip xmlns:r="http://schemas.openxmlformats.org/officeDocument/2006/relationships" r:embed="rId9">
            <a:extLst>
              <a:ext uri="{96DAC541-7B7A-43D3-8B79-37D633B846F1}">
                <asvg:svgBlip xmlns:asvg="http://schemas.microsoft.com/office/drawing/2016/SVG/main" r:embed="rId10"/>
              </a:ext>
            </a:extLst>
          </a:blip>
          <a:srcRect/>
          <a:stretch>
            <a:fillRect/>
          </a:stretch>
        </a:blip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CBC0FED-9397-42B2-AD17-9A645809E74E}">
      <dsp:nvSpPr>
        <dsp:cNvPr id="0" name=""/>
        <dsp:cNvSpPr/>
      </dsp:nvSpPr>
      <dsp:spPr>
        <a:xfrm>
          <a:off x="0" y="89834"/>
          <a:ext cx="9089680" cy="407745"/>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i="0" kern="1200" baseline="0"/>
            <a:t>Seamless Connectivity</a:t>
          </a:r>
          <a:r>
            <a:rPr lang="en-US" sz="1700" b="0" i="0" kern="1200" baseline="0"/>
            <a:t>: Conveys uninterrupted, reliable service.</a:t>
          </a:r>
          <a:endParaRPr lang="en-US" sz="1700" kern="1200"/>
        </a:p>
      </dsp:txBody>
      <dsp:txXfrm>
        <a:off x="19904" y="109738"/>
        <a:ext cx="9049872" cy="367937"/>
      </dsp:txXfrm>
    </dsp:sp>
    <dsp:sp modelId="{9958C828-0D6D-4E10-A4FD-8B8AAE6E420C}">
      <dsp:nvSpPr>
        <dsp:cNvPr id="0" name=""/>
        <dsp:cNvSpPr/>
      </dsp:nvSpPr>
      <dsp:spPr>
        <a:xfrm>
          <a:off x="0" y="546539"/>
          <a:ext cx="9089680" cy="407745"/>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i="0" kern="1200" baseline="0"/>
            <a:t>Tailored Solutions</a:t>
          </a:r>
          <a:r>
            <a:rPr lang="en-US" sz="1700" b="0" i="0" kern="1200" baseline="0"/>
            <a:t>: Highlights our customized, needs-based offerings.</a:t>
          </a:r>
          <a:endParaRPr lang="en-US" sz="1700" kern="1200"/>
        </a:p>
      </dsp:txBody>
      <dsp:txXfrm>
        <a:off x="19904" y="566443"/>
        <a:ext cx="9049872" cy="367937"/>
      </dsp:txXfrm>
    </dsp:sp>
    <dsp:sp modelId="{23BBC97F-556B-4339-8B28-6BE82CAA72C2}">
      <dsp:nvSpPr>
        <dsp:cNvPr id="0" name=""/>
        <dsp:cNvSpPr/>
      </dsp:nvSpPr>
      <dsp:spPr>
        <a:xfrm>
          <a:off x="0" y="1003244"/>
          <a:ext cx="9089680" cy="407745"/>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i="0" kern="1200" baseline="0"/>
            <a:t>Florida-Based Expertise</a:t>
          </a:r>
          <a:r>
            <a:rPr lang="en-US" sz="1700" b="0" i="0" kern="1200" baseline="0"/>
            <a:t>: Builds trust with a local touch.</a:t>
          </a:r>
          <a:endParaRPr lang="en-US" sz="1700" kern="1200"/>
        </a:p>
      </dsp:txBody>
      <dsp:txXfrm>
        <a:off x="19904" y="1023148"/>
        <a:ext cx="9049872" cy="367937"/>
      </dsp:txXfrm>
    </dsp:sp>
    <dsp:sp modelId="{583C86A3-0F56-4F59-A665-44BF9A769748}">
      <dsp:nvSpPr>
        <dsp:cNvPr id="0" name=""/>
        <dsp:cNvSpPr/>
      </dsp:nvSpPr>
      <dsp:spPr>
        <a:xfrm>
          <a:off x="0" y="1459949"/>
          <a:ext cx="9089680" cy="407745"/>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i="0" kern="1200" baseline="0"/>
            <a:t>Managed WiFi</a:t>
          </a:r>
          <a:r>
            <a:rPr lang="en-US" sz="1700" b="0" i="0" kern="1200" baseline="0"/>
            <a:t>: Emphasizes added value and convenience.</a:t>
          </a:r>
          <a:endParaRPr lang="en-US" sz="1700" kern="1200"/>
        </a:p>
      </dsp:txBody>
      <dsp:txXfrm>
        <a:off x="19904" y="1479853"/>
        <a:ext cx="9049872" cy="367937"/>
      </dsp:txXfrm>
    </dsp:sp>
    <dsp:sp modelId="{1E8AD29C-8C63-4234-975A-8982974AE99A}">
      <dsp:nvSpPr>
        <dsp:cNvPr id="0" name=""/>
        <dsp:cNvSpPr/>
      </dsp:nvSpPr>
      <dsp:spPr>
        <a:xfrm>
          <a:off x="0" y="1916654"/>
          <a:ext cx="9089680" cy="407745"/>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i="0" kern="1200" baseline="0"/>
            <a:t>Tenant Satisfaction</a:t>
          </a:r>
          <a:r>
            <a:rPr lang="en-US" sz="1700" b="0" i="0" kern="1200" baseline="0"/>
            <a:t>: Focuses on a key concern for property managers.</a:t>
          </a:r>
          <a:endParaRPr lang="en-US" sz="1700" kern="1200"/>
        </a:p>
      </dsp:txBody>
      <dsp:txXfrm>
        <a:off x="19904" y="1936558"/>
        <a:ext cx="9049872" cy="367937"/>
      </dsp:txXfrm>
    </dsp:sp>
    <dsp:sp modelId="{DCC47736-1983-4D49-B0D4-4DCE2824360A}">
      <dsp:nvSpPr>
        <dsp:cNvPr id="0" name=""/>
        <dsp:cNvSpPr/>
      </dsp:nvSpPr>
      <dsp:spPr>
        <a:xfrm>
          <a:off x="0" y="2373359"/>
          <a:ext cx="9089680" cy="407745"/>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i="0" kern="1200" baseline="0"/>
            <a:t>Proven Reliability</a:t>
          </a:r>
          <a:r>
            <a:rPr lang="en-US" sz="1700" b="0" i="0" kern="1200" baseline="0"/>
            <a:t>: Reinforces dependability and performance.</a:t>
          </a:r>
          <a:endParaRPr lang="en-US" sz="1700" kern="1200"/>
        </a:p>
      </dsp:txBody>
      <dsp:txXfrm>
        <a:off x="19904" y="2393263"/>
        <a:ext cx="9049872" cy="367937"/>
      </dsp:txXfrm>
    </dsp:sp>
    <dsp:sp modelId="{44E0BACD-B8A7-4F47-ABB1-6D7B6937C85A}">
      <dsp:nvSpPr>
        <dsp:cNvPr id="0" name=""/>
        <dsp:cNvSpPr/>
      </dsp:nvSpPr>
      <dsp:spPr>
        <a:xfrm>
          <a:off x="0" y="2830064"/>
          <a:ext cx="9089680" cy="407745"/>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i="0" kern="1200" baseline="0"/>
            <a:t>Elevate Your Property</a:t>
          </a:r>
          <a:r>
            <a:rPr lang="en-US" sz="1700" b="0" i="0" kern="1200" baseline="0"/>
            <a:t>: Suggests that choosing Celerity adds value and appeal.</a:t>
          </a:r>
          <a:endParaRPr lang="en-US" sz="1700" kern="1200"/>
        </a:p>
      </dsp:txBody>
      <dsp:txXfrm>
        <a:off x="19904" y="2849968"/>
        <a:ext cx="9049872" cy="367937"/>
      </dsp:txXfrm>
    </dsp:sp>
    <dsp:sp modelId="{8E70CC14-248F-4609-B030-A6232F99E0DA}">
      <dsp:nvSpPr>
        <dsp:cNvPr id="0" name=""/>
        <dsp:cNvSpPr/>
      </dsp:nvSpPr>
      <dsp:spPr>
        <a:xfrm>
          <a:off x="0" y="3286769"/>
          <a:ext cx="9089680" cy="407745"/>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i="0" kern="1200" baseline="0"/>
            <a:t>24/7 Local Support</a:t>
          </a:r>
          <a:r>
            <a:rPr lang="en-US" sz="1700" b="0" i="0" kern="1200" baseline="0"/>
            <a:t>: Conveys commitment to customer service and peace of mind. </a:t>
          </a:r>
          <a:endParaRPr lang="en-US" sz="1700" kern="1200"/>
        </a:p>
      </dsp:txBody>
      <dsp:txXfrm>
        <a:off x="19904" y="3306673"/>
        <a:ext cx="9049872" cy="36793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A5DC98-B726-4B71-8E71-03B0C4B077B4}">
      <dsp:nvSpPr>
        <dsp:cNvPr id="0" name=""/>
        <dsp:cNvSpPr/>
      </dsp:nvSpPr>
      <dsp:spPr>
        <a:xfrm>
          <a:off x="0" y="257980"/>
          <a:ext cx="8345019" cy="343980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dirty="0"/>
            <a:t>“At Celerity Fiber, we understand that high-quality internet isn’t just a luxury—it’s a necessity, especially in multi-dwelling units. As a Florida-based company, we’re committed to providing seamless, high-speed connectivity that keeps tenants happy and properties performing at their best. With tailored solutions that fit your properties specific needs and a dedicated in-house support team available, we bring a level of service that’s unmatched. From managed WiFi across your property to customizable packages, Celerity Fiber doesn’t just connect your property; we elevate it. Choose Celerity Fiber, where reliability meets real customer care, right here in Florida.”</a:t>
          </a:r>
        </a:p>
      </dsp:txBody>
      <dsp:txXfrm>
        <a:off x="167917" y="425897"/>
        <a:ext cx="8009185" cy="310396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0968BE0-D7B3-42A1-9F92-5299C8079A86}">
      <dsp:nvSpPr>
        <dsp:cNvPr id="0" name=""/>
        <dsp:cNvSpPr/>
      </dsp:nvSpPr>
      <dsp:spPr>
        <a:xfrm>
          <a:off x="0" y="62149"/>
          <a:ext cx="10468941" cy="3837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kern="1200"/>
            <a:t>For Property Managers:</a:t>
          </a:r>
          <a:endParaRPr lang="en-US" sz="1600" kern="1200"/>
        </a:p>
      </dsp:txBody>
      <dsp:txXfrm>
        <a:off x="18734" y="80883"/>
        <a:ext cx="10431473" cy="346292"/>
      </dsp:txXfrm>
    </dsp:sp>
    <dsp:sp modelId="{0275F456-43A2-4057-8930-42D07DD773F5}">
      <dsp:nvSpPr>
        <dsp:cNvPr id="0" name=""/>
        <dsp:cNvSpPr/>
      </dsp:nvSpPr>
      <dsp:spPr>
        <a:xfrm>
          <a:off x="0" y="445909"/>
          <a:ext cx="10468941" cy="414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2389" tIns="20320" rIns="113792" bIns="20320" numCol="1" spcCol="1270" anchor="t" anchorCtr="0">
          <a:noAutofit/>
        </a:bodyPr>
        <a:lstStyle/>
        <a:p>
          <a:pPr marL="114300" lvl="1" indent="-114300" algn="l" defTabSz="533400">
            <a:lnSpc>
              <a:spcPct val="90000"/>
            </a:lnSpc>
            <a:spcBef>
              <a:spcPct val="0"/>
            </a:spcBef>
            <a:spcAft>
              <a:spcPct val="20000"/>
            </a:spcAft>
            <a:buChar char="•"/>
          </a:pPr>
          <a:r>
            <a:rPr lang="en-US" sz="1200" b="1" kern="1200" dirty="0"/>
            <a:t>Increase Tenant Satisfaction</a:t>
          </a:r>
          <a:r>
            <a:rPr lang="en-US" sz="1200" kern="1200" dirty="0"/>
            <a:t>: “Our reliable internet keeps your tenants connected and satisfied, helping you reduce turnover and increase tenant loyalty.”</a:t>
          </a:r>
        </a:p>
        <a:p>
          <a:pPr marL="114300" lvl="1" indent="-114300" algn="l" defTabSz="533400">
            <a:lnSpc>
              <a:spcPct val="90000"/>
            </a:lnSpc>
            <a:spcBef>
              <a:spcPct val="0"/>
            </a:spcBef>
            <a:spcAft>
              <a:spcPct val="20000"/>
            </a:spcAft>
            <a:buChar char="•"/>
          </a:pPr>
          <a:r>
            <a:rPr lang="en-US" sz="1200" b="1" kern="1200" dirty="0"/>
            <a:t>Hands-On Support</a:t>
          </a:r>
          <a:r>
            <a:rPr lang="en-US" sz="1200" kern="1200" dirty="0"/>
            <a:t>: “With 24/7 in-house support, you won’t be left dealing with connectivity issues alone; we’re here to help at any time.”</a:t>
          </a:r>
        </a:p>
      </dsp:txBody>
      <dsp:txXfrm>
        <a:off x="0" y="445909"/>
        <a:ext cx="10468941" cy="414000"/>
      </dsp:txXfrm>
    </dsp:sp>
    <dsp:sp modelId="{E180B5AA-2D88-4368-AA1B-EF2AFF918FFE}">
      <dsp:nvSpPr>
        <dsp:cNvPr id="0" name=""/>
        <dsp:cNvSpPr/>
      </dsp:nvSpPr>
      <dsp:spPr>
        <a:xfrm>
          <a:off x="0" y="859909"/>
          <a:ext cx="10468941" cy="3837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kern="1200"/>
            <a:t>For Developers:</a:t>
          </a:r>
          <a:endParaRPr lang="en-US" sz="1600" kern="1200"/>
        </a:p>
      </dsp:txBody>
      <dsp:txXfrm>
        <a:off x="18734" y="878643"/>
        <a:ext cx="10431473" cy="346292"/>
      </dsp:txXfrm>
    </dsp:sp>
    <dsp:sp modelId="{48E32DF7-2CB4-465A-A91A-0D36C9693341}">
      <dsp:nvSpPr>
        <dsp:cNvPr id="0" name=""/>
        <dsp:cNvSpPr/>
      </dsp:nvSpPr>
      <dsp:spPr>
        <a:xfrm>
          <a:off x="0" y="1243669"/>
          <a:ext cx="10468941" cy="5961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2389" tIns="20320" rIns="113792" bIns="20320" numCol="1" spcCol="1270" anchor="t" anchorCtr="0">
          <a:noAutofit/>
        </a:bodyPr>
        <a:lstStyle/>
        <a:p>
          <a:pPr marL="114300" lvl="1" indent="-114300" algn="l" defTabSz="533400">
            <a:lnSpc>
              <a:spcPct val="90000"/>
            </a:lnSpc>
            <a:spcBef>
              <a:spcPct val="0"/>
            </a:spcBef>
            <a:spcAft>
              <a:spcPct val="20000"/>
            </a:spcAft>
            <a:buChar char="•"/>
          </a:pPr>
          <a:r>
            <a:rPr lang="en-US" sz="1200" b="1" kern="1200" dirty="0"/>
            <a:t>Scalable and Future-Ready</a:t>
          </a:r>
          <a:r>
            <a:rPr lang="en-US" sz="1200" kern="1200" dirty="0"/>
            <a:t>: “Celerity Fiber offers scalable, high-speed solutions that future-proof your property, meeting both current and evolving connectivity demands.”</a:t>
          </a:r>
        </a:p>
        <a:p>
          <a:pPr marL="114300" lvl="1" indent="-114300" algn="l" defTabSz="533400">
            <a:lnSpc>
              <a:spcPct val="90000"/>
            </a:lnSpc>
            <a:spcBef>
              <a:spcPct val="0"/>
            </a:spcBef>
            <a:spcAft>
              <a:spcPct val="20000"/>
            </a:spcAft>
            <a:buChar char="•"/>
          </a:pPr>
          <a:r>
            <a:rPr lang="en-US" sz="1200" b="1" kern="1200" dirty="0"/>
            <a:t>Boost Property Value</a:t>
          </a:r>
          <a:r>
            <a:rPr lang="en-US" sz="1200" kern="1200" dirty="0"/>
            <a:t>: “Properties with fiber internet attract and retain tenants more effectively, making them more competitive in the market.”</a:t>
          </a:r>
        </a:p>
      </dsp:txBody>
      <dsp:txXfrm>
        <a:off x="0" y="1243669"/>
        <a:ext cx="10468941" cy="596160"/>
      </dsp:txXfrm>
    </dsp:sp>
    <dsp:sp modelId="{E4114683-5B03-4691-B0C3-C3415F82B6AF}">
      <dsp:nvSpPr>
        <dsp:cNvPr id="0" name=""/>
        <dsp:cNvSpPr/>
      </dsp:nvSpPr>
      <dsp:spPr>
        <a:xfrm>
          <a:off x="0" y="1839829"/>
          <a:ext cx="10468941" cy="3837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kern="1200"/>
            <a:t>For Corporate Decision Makers in Property Management Firms:</a:t>
          </a:r>
          <a:endParaRPr lang="en-US" sz="1600" kern="1200"/>
        </a:p>
      </dsp:txBody>
      <dsp:txXfrm>
        <a:off x="18734" y="1858563"/>
        <a:ext cx="10431473" cy="346292"/>
      </dsp:txXfrm>
    </dsp:sp>
    <dsp:sp modelId="{17DB3032-2752-4742-B612-D2EA76D64F7D}">
      <dsp:nvSpPr>
        <dsp:cNvPr id="0" name=""/>
        <dsp:cNvSpPr/>
      </dsp:nvSpPr>
      <dsp:spPr>
        <a:xfrm>
          <a:off x="0" y="2223589"/>
          <a:ext cx="10468941" cy="7617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2389" tIns="20320" rIns="113792" bIns="20320" numCol="1" spcCol="1270" anchor="t" anchorCtr="0">
          <a:noAutofit/>
        </a:bodyPr>
        <a:lstStyle/>
        <a:p>
          <a:pPr marL="114300" lvl="1" indent="-114300" algn="l" defTabSz="533400">
            <a:lnSpc>
              <a:spcPct val="90000"/>
            </a:lnSpc>
            <a:spcBef>
              <a:spcPct val="0"/>
            </a:spcBef>
            <a:spcAft>
              <a:spcPct val="20000"/>
            </a:spcAft>
            <a:buChar char="•"/>
          </a:pPr>
          <a:r>
            <a:rPr lang="en-US" sz="1200" b="1" kern="1200" dirty="0"/>
            <a:t>Tailored Bulk Solutions</a:t>
          </a:r>
          <a:r>
            <a:rPr lang="en-US" sz="1200" kern="1200" dirty="0"/>
            <a:t>: “Our bulk packages are designed to enhance property-wide connectivity, from individual units to common areas, supporting a seamless tenant experience.”</a:t>
          </a:r>
        </a:p>
        <a:p>
          <a:pPr marL="114300" lvl="1" indent="-114300" algn="l" defTabSz="533400">
            <a:lnSpc>
              <a:spcPct val="90000"/>
            </a:lnSpc>
            <a:spcBef>
              <a:spcPct val="0"/>
            </a:spcBef>
            <a:spcAft>
              <a:spcPct val="20000"/>
            </a:spcAft>
            <a:buChar char="•"/>
          </a:pPr>
          <a:r>
            <a:rPr lang="en-US" sz="1200" b="1" kern="1200" dirty="0"/>
            <a:t>Reliable Local Partner</a:t>
          </a:r>
          <a:r>
            <a:rPr lang="en-US" sz="1200" kern="1200" dirty="0"/>
            <a:t>: “We’re a Florida-based provider with a deep understanding of the regional market, so you can trust us as a dedicated partner who cares about your properties’ success.”</a:t>
          </a:r>
        </a:p>
      </dsp:txBody>
      <dsp:txXfrm>
        <a:off x="0" y="2223589"/>
        <a:ext cx="10468941" cy="761760"/>
      </dsp:txXfrm>
    </dsp:sp>
    <dsp:sp modelId="{55785F8F-62C6-4436-8408-8E332D4AA69A}">
      <dsp:nvSpPr>
        <dsp:cNvPr id="0" name=""/>
        <dsp:cNvSpPr/>
      </dsp:nvSpPr>
      <dsp:spPr>
        <a:xfrm>
          <a:off x="0" y="2985349"/>
          <a:ext cx="10468941" cy="3837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kern="1200" dirty="0"/>
            <a:t>For HOA - Community Board Decision Makers:</a:t>
          </a:r>
          <a:endParaRPr lang="en-US" sz="1600" kern="1200" dirty="0"/>
        </a:p>
      </dsp:txBody>
      <dsp:txXfrm>
        <a:off x="18734" y="3004083"/>
        <a:ext cx="10431473" cy="346292"/>
      </dsp:txXfrm>
    </dsp:sp>
    <dsp:sp modelId="{37B91A19-4915-4EC1-B105-08987A255122}">
      <dsp:nvSpPr>
        <dsp:cNvPr id="0" name=""/>
        <dsp:cNvSpPr/>
      </dsp:nvSpPr>
      <dsp:spPr>
        <a:xfrm>
          <a:off x="0" y="3369109"/>
          <a:ext cx="10468941" cy="5961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2389" tIns="20320" rIns="113792" bIns="20320" numCol="1" spcCol="1270" anchor="t" anchorCtr="0">
          <a:noAutofit/>
        </a:bodyPr>
        <a:lstStyle/>
        <a:p>
          <a:pPr marL="114300" lvl="1" indent="-114300" algn="l" defTabSz="533400">
            <a:lnSpc>
              <a:spcPct val="90000"/>
            </a:lnSpc>
            <a:spcBef>
              <a:spcPct val="0"/>
            </a:spcBef>
            <a:spcAft>
              <a:spcPct val="20000"/>
            </a:spcAft>
            <a:buChar char="•"/>
          </a:pPr>
          <a:r>
            <a:rPr lang="en-US" sz="1200" b="1" kern="1200" dirty="0"/>
            <a:t>Better Resident Experience</a:t>
          </a:r>
          <a:r>
            <a:rPr lang="en-US" sz="1200" kern="1200" dirty="0"/>
            <a:t>: “We deliver consistent, managed WiFi across the entire property, ensuring that your residents enjoy uninterrupted service in every corner of the community.”</a:t>
          </a:r>
        </a:p>
        <a:p>
          <a:pPr marL="114300" lvl="1" indent="-114300" algn="l" defTabSz="533400">
            <a:lnSpc>
              <a:spcPct val="90000"/>
            </a:lnSpc>
            <a:spcBef>
              <a:spcPct val="0"/>
            </a:spcBef>
            <a:spcAft>
              <a:spcPct val="20000"/>
            </a:spcAft>
            <a:buChar char="•"/>
          </a:pPr>
          <a:r>
            <a:rPr lang="en-US" sz="1200" b="1" kern="1200" dirty="0"/>
            <a:t>Flexible Packages</a:t>
          </a:r>
          <a:r>
            <a:rPr lang="en-US" sz="1200" kern="1200" dirty="0"/>
            <a:t>: “Choose packages that match the specific needs of your community, whether that’s ultra-high-speed connectivity or robust managed WiFi.”</a:t>
          </a:r>
        </a:p>
      </dsp:txBody>
      <dsp:txXfrm>
        <a:off x="0" y="3369109"/>
        <a:ext cx="10468941" cy="596160"/>
      </dsp:txXfrm>
    </dsp:sp>
  </dsp:spTree>
</dsp:drawing>
</file>

<file path=ppt/diagrams/layout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11F72-FC51-499E-6C7C-3AAF741791A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1798CF3-E6DE-1D36-9C6B-3A40CF61F01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D52F2F8-0BA7-FAD6-5187-D1690AEB0846}"/>
              </a:ext>
            </a:extLst>
          </p:cNvPr>
          <p:cNvSpPr>
            <a:spLocks noGrp="1"/>
          </p:cNvSpPr>
          <p:nvPr>
            <p:ph type="dt" sz="half" idx="10"/>
          </p:nvPr>
        </p:nvSpPr>
        <p:spPr/>
        <p:txBody>
          <a:bodyPr/>
          <a:lstStyle/>
          <a:p>
            <a:fld id="{5BC22B7F-42DF-BD47-A8F4-4BE110D4029A}" type="datetimeFigureOut">
              <a:rPr lang="en-US" smtClean="0"/>
              <a:t>11/13/2024</a:t>
            </a:fld>
            <a:endParaRPr lang="en-US"/>
          </a:p>
        </p:txBody>
      </p:sp>
      <p:sp>
        <p:nvSpPr>
          <p:cNvPr id="5" name="Footer Placeholder 4">
            <a:extLst>
              <a:ext uri="{FF2B5EF4-FFF2-40B4-BE49-F238E27FC236}">
                <a16:creationId xmlns:a16="http://schemas.microsoft.com/office/drawing/2014/main" id="{07310D21-C6AA-24BD-2325-52C72597F7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C79502-1301-D1D2-E872-0BB85F02B988}"/>
              </a:ext>
            </a:extLst>
          </p:cNvPr>
          <p:cNvSpPr>
            <a:spLocks noGrp="1"/>
          </p:cNvSpPr>
          <p:nvPr>
            <p:ph type="sldNum" sz="quarter" idx="12"/>
          </p:nvPr>
        </p:nvSpPr>
        <p:spPr/>
        <p:txBody>
          <a:bodyPr/>
          <a:lstStyle/>
          <a:p>
            <a:fld id="{2374AAB6-C584-2C48-AC8B-950355CAC345}" type="slidenum">
              <a:rPr lang="en-US" smtClean="0"/>
              <a:t>‹#›</a:t>
            </a:fld>
            <a:endParaRPr lang="en-US"/>
          </a:p>
        </p:txBody>
      </p:sp>
      <p:sp>
        <p:nvSpPr>
          <p:cNvPr id="8" name="Rectangle 7">
            <a:extLst>
              <a:ext uri="{FF2B5EF4-FFF2-40B4-BE49-F238E27FC236}">
                <a16:creationId xmlns:a16="http://schemas.microsoft.com/office/drawing/2014/main" id="{4671770C-D896-2343-8D70-80687F3387C6}"/>
              </a:ext>
            </a:extLst>
          </p:cNvPr>
          <p:cNvSpPr/>
          <p:nvPr userDrawn="1"/>
        </p:nvSpPr>
        <p:spPr>
          <a:xfrm>
            <a:off x="0" y="3602038"/>
            <a:ext cx="12192000" cy="3255962"/>
          </a:xfrm>
          <a:prstGeom prst="rect">
            <a:avLst/>
          </a:prstGeom>
          <a:gradFill>
            <a:gsLst>
              <a:gs pos="0">
                <a:srgbClr val="0085AD"/>
              </a:gs>
              <a:gs pos="95000">
                <a:srgbClr val="041C2C"/>
              </a:gs>
            </a:gsLst>
            <a:lin ang="7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O"/>
          </a:p>
        </p:txBody>
      </p:sp>
      <p:pic>
        <p:nvPicPr>
          <p:cNvPr id="9" name="Picture 8">
            <a:extLst>
              <a:ext uri="{FF2B5EF4-FFF2-40B4-BE49-F238E27FC236}">
                <a16:creationId xmlns:a16="http://schemas.microsoft.com/office/drawing/2014/main" id="{69E1E3BB-8CE1-3711-2D1E-44073EA43823}"/>
              </a:ext>
            </a:extLst>
          </p:cNvPr>
          <p:cNvPicPr>
            <a:picLocks noChangeAspect="1"/>
          </p:cNvPicPr>
          <p:nvPr userDrawn="1"/>
        </p:nvPicPr>
        <p:blipFill>
          <a:blip r:embed="rId2"/>
          <a:stretch>
            <a:fillRect/>
          </a:stretch>
        </p:blipFill>
        <p:spPr>
          <a:xfrm>
            <a:off x="8971330" y="3826522"/>
            <a:ext cx="4274608" cy="2940802"/>
          </a:xfrm>
          <a:prstGeom prst="rect">
            <a:avLst/>
          </a:prstGeom>
        </p:spPr>
      </p:pic>
    </p:spTree>
    <p:extLst>
      <p:ext uri="{BB962C8B-B14F-4D97-AF65-F5344CB8AC3E}">
        <p14:creationId xmlns:p14="http://schemas.microsoft.com/office/powerpoint/2010/main" val="35102692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FC715-2DDE-76F2-9468-04CDDD207718}"/>
              </a:ext>
            </a:extLst>
          </p:cNvPr>
          <p:cNvSpPr>
            <a:spLocks noGrp="1"/>
          </p:cNvSpPr>
          <p:nvPr>
            <p:ph type="title"/>
          </p:nvPr>
        </p:nvSpPr>
        <p:spPr/>
        <p:txBody>
          <a:bodyPr/>
          <a:lstStyle>
            <a:lvl1pPr>
              <a:defRPr>
                <a:latin typeface="Helvetica" pitchFamily="2" charset="0"/>
              </a:defRPr>
            </a:lvl1pPr>
          </a:lstStyle>
          <a:p>
            <a:r>
              <a:rPr lang="en-US"/>
              <a:t>Click to edit Master title style</a:t>
            </a:r>
          </a:p>
        </p:txBody>
      </p:sp>
      <p:sp>
        <p:nvSpPr>
          <p:cNvPr id="3" name="Content Placeholder 2">
            <a:extLst>
              <a:ext uri="{FF2B5EF4-FFF2-40B4-BE49-F238E27FC236}">
                <a16:creationId xmlns:a16="http://schemas.microsoft.com/office/drawing/2014/main" id="{1489A4A4-1A5C-DE68-F755-8B4945A7713F}"/>
              </a:ext>
            </a:extLst>
          </p:cNvPr>
          <p:cNvSpPr>
            <a:spLocks noGrp="1"/>
          </p:cNvSpPr>
          <p:nvPr>
            <p:ph idx="1"/>
          </p:nvPr>
        </p:nvSpPr>
        <p:spPr/>
        <p:txBody>
          <a:bodyPr/>
          <a:lstStyle>
            <a:lvl1pPr>
              <a:defRPr>
                <a:latin typeface="Helvetica" pitchFamily="2" charset="0"/>
              </a:defRPr>
            </a:lvl1pPr>
            <a:lvl2pPr>
              <a:defRPr>
                <a:latin typeface="Helvetica" pitchFamily="2" charset="0"/>
              </a:defRPr>
            </a:lvl2pPr>
            <a:lvl3pPr>
              <a:defRPr>
                <a:latin typeface="Helvetica" pitchFamily="2" charset="0"/>
              </a:defRPr>
            </a:lvl3pPr>
            <a:lvl4pPr>
              <a:defRPr>
                <a:latin typeface="Helvetica" pitchFamily="2" charset="0"/>
              </a:defRPr>
            </a:lvl4pPr>
            <a:lvl5pPr>
              <a:defRPr>
                <a:latin typeface="Helvetica"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2DB9E8-9B93-0880-7A7F-5D33DC550B7B}"/>
              </a:ext>
            </a:extLst>
          </p:cNvPr>
          <p:cNvSpPr>
            <a:spLocks noGrp="1"/>
          </p:cNvSpPr>
          <p:nvPr>
            <p:ph type="dt" sz="half" idx="10"/>
          </p:nvPr>
        </p:nvSpPr>
        <p:spPr/>
        <p:txBody>
          <a:bodyPr/>
          <a:lstStyle/>
          <a:p>
            <a:fld id="{5BC22B7F-42DF-BD47-A8F4-4BE110D4029A}" type="datetimeFigureOut">
              <a:rPr lang="en-US" smtClean="0"/>
              <a:t>11/13/2024</a:t>
            </a:fld>
            <a:endParaRPr lang="en-US"/>
          </a:p>
        </p:txBody>
      </p:sp>
      <p:sp>
        <p:nvSpPr>
          <p:cNvPr id="5" name="Footer Placeholder 4">
            <a:extLst>
              <a:ext uri="{FF2B5EF4-FFF2-40B4-BE49-F238E27FC236}">
                <a16:creationId xmlns:a16="http://schemas.microsoft.com/office/drawing/2014/main" id="{43DF61E4-5F2B-F04E-9ADC-CBDA49951D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B2B4D0-74AD-A3F9-4875-A12278E6CDB4}"/>
              </a:ext>
            </a:extLst>
          </p:cNvPr>
          <p:cNvSpPr>
            <a:spLocks noGrp="1"/>
          </p:cNvSpPr>
          <p:nvPr>
            <p:ph type="sldNum" sz="quarter" idx="12"/>
          </p:nvPr>
        </p:nvSpPr>
        <p:spPr/>
        <p:txBody>
          <a:bodyPr/>
          <a:lstStyle/>
          <a:p>
            <a:fld id="{2374AAB6-C584-2C48-AC8B-950355CAC345}" type="slidenum">
              <a:rPr lang="en-US" smtClean="0"/>
              <a:t>‹#›</a:t>
            </a:fld>
            <a:endParaRPr lang="en-US"/>
          </a:p>
        </p:txBody>
      </p:sp>
      <p:sp>
        <p:nvSpPr>
          <p:cNvPr id="8" name="Rectangle 7">
            <a:extLst>
              <a:ext uri="{FF2B5EF4-FFF2-40B4-BE49-F238E27FC236}">
                <a16:creationId xmlns:a16="http://schemas.microsoft.com/office/drawing/2014/main" id="{CA5DC700-A4CE-C73C-6A5A-6C61AEF5EBD6}"/>
              </a:ext>
            </a:extLst>
          </p:cNvPr>
          <p:cNvSpPr/>
          <p:nvPr userDrawn="1"/>
        </p:nvSpPr>
        <p:spPr>
          <a:xfrm>
            <a:off x="0" y="5913912"/>
            <a:ext cx="12192000" cy="944088"/>
          </a:xfrm>
          <a:prstGeom prst="rect">
            <a:avLst/>
          </a:prstGeom>
          <a:gradFill>
            <a:gsLst>
              <a:gs pos="0">
                <a:srgbClr val="0085AD"/>
              </a:gs>
              <a:gs pos="95000">
                <a:srgbClr val="041C2C"/>
              </a:gs>
            </a:gsLst>
            <a:lin ang="7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O"/>
          </a:p>
        </p:txBody>
      </p:sp>
      <p:pic>
        <p:nvPicPr>
          <p:cNvPr id="9" name="Picture 8">
            <a:extLst>
              <a:ext uri="{FF2B5EF4-FFF2-40B4-BE49-F238E27FC236}">
                <a16:creationId xmlns:a16="http://schemas.microsoft.com/office/drawing/2014/main" id="{E301C8CB-0E71-7619-AF15-884A66C66AED}"/>
              </a:ext>
            </a:extLst>
          </p:cNvPr>
          <p:cNvPicPr>
            <a:picLocks noChangeAspect="1"/>
          </p:cNvPicPr>
          <p:nvPr userDrawn="1"/>
        </p:nvPicPr>
        <p:blipFill>
          <a:blip r:embed="rId2"/>
          <a:stretch>
            <a:fillRect/>
          </a:stretch>
        </p:blipFill>
        <p:spPr>
          <a:xfrm rot="7981385">
            <a:off x="10752878" y="-1104508"/>
            <a:ext cx="2105097" cy="2908861"/>
          </a:xfrm>
          <a:prstGeom prst="rect">
            <a:avLst/>
          </a:prstGeom>
        </p:spPr>
      </p:pic>
    </p:spTree>
    <p:extLst>
      <p:ext uri="{BB962C8B-B14F-4D97-AF65-F5344CB8AC3E}">
        <p14:creationId xmlns:p14="http://schemas.microsoft.com/office/powerpoint/2010/main" val="13115012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D63C8-CAC9-387F-918E-DB7AD60C7E5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434EF2A-2523-9C75-337E-09C35E82439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F1F9E24-D293-C114-4B4E-F92ECBB4BD6B}"/>
              </a:ext>
            </a:extLst>
          </p:cNvPr>
          <p:cNvSpPr>
            <a:spLocks noGrp="1"/>
          </p:cNvSpPr>
          <p:nvPr>
            <p:ph type="dt" sz="half" idx="10"/>
          </p:nvPr>
        </p:nvSpPr>
        <p:spPr/>
        <p:txBody>
          <a:bodyPr/>
          <a:lstStyle/>
          <a:p>
            <a:fld id="{5BC22B7F-42DF-BD47-A8F4-4BE110D4029A}" type="datetimeFigureOut">
              <a:rPr lang="en-US" smtClean="0"/>
              <a:t>11/13/2024</a:t>
            </a:fld>
            <a:endParaRPr lang="en-US"/>
          </a:p>
        </p:txBody>
      </p:sp>
      <p:sp>
        <p:nvSpPr>
          <p:cNvPr id="5" name="Footer Placeholder 4">
            <a:extLst>
              <a:ext uri="{FF2B5EF4-FFF2-40B4-BE49-F238E27FC236}">
                <a16:creationId xmlns:a16="http://schemas.microsoft.com/office/drawing/2014/main" id="{D2A7F06C-7661-0393-A455-78E8A6C90B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E89D10-5850-EACF-E927-1A80C79E00F8}"/>
              </a:ext>
            </a:extLst>
          </p:cNvPr>
          <p:cNvSpPr>
            <a:spLocks noGrp="1"/>
          </p:cNvSpPr>
          <p:nvPr>
            <p:ph type="sldNum" sz="quarter" idx="12"/>
          </p:nvPr>
        </p:nvSpPr>
        <p:spPr/>
        <p:txBody>
          <a:bodyPr/>
          <a:lstStyle/>
          <a:p>
            <a:fld id="{2374AAB6-C584-2C48-AC8B-950355CAC345}" type="slidenum">
              <a:rPr lang="en-US" smtClean="0"/>
              <a:t>‹#›</a:t>
            </a:fld>
            <a:endParaRPr lang="en-US"/>
          </a:p>
        </p:txBody>
      </p:sp>
    </p:spTree>
    <p:extLst>
      <p:ext uri="{BB962C8B-B14F-4D97-AF65-F5344CB8AC3E}">
        <p14:creationId xmlns:p14="http://schemas.microsoft.com/office/powerpoint/2010/main" val="25904349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87EDC-71C5-20C3-4D9B-838449C56E57}"/>
              </a:ext>
            </a:extLst>
          </p:cNvPr>
          <p:cNvSpPr>
            <a:spLocks noGrp="1"/>
          </p:cNvSpPr>
          <p:nvPr>
            <p:ph type="title"/>
          </p:nvPr>
        </p:nvSpPr>
        <p:spPr>
          <a:xfrm>
            <a:off x="944088" y="365125"/>
            <a:ext cx="10409711"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2E09F4D1-F392-3EC6-C210-DAB4CA542007}"/>
              </a:ext>
            </a:extLst>
          </p:cNvPr>
          <p:cNvSpPr>
            <a:spLocks noGrp="1"/>
          </p:cNvSpPr>
          <p:nvPr>
            <p:ph sz="half" idx="1"/>
          </p:nvPr>
        </p:nvSpPr>
        <p:spPr>
          <a:xfrm>
            <a:off x="944088" y="1825625"/>
            <a:ext cx="5075712"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1F65A4-E855-C968-1C1C-F2878181ED8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7B077BF-868F-4778-6A30-BC56114C17E5}"/>
              </a:ext>
            </a:extLst>
          </p:cNvPr>
          <p:cNvSpPr>
            <a:spLocks noGrp="1"/>
          </p:cNvSpPr>
          <p:nvPr>
            <p:ph type="dt" sz="half" idx="10"/>
          </p:nvPr>
        </p:nvSpPr>
        <p:spPr/>
        <p:txBody>
          <a:bodyPr/>
          <a:lstStyle/>
          <a:p>
            <a:fld id="{5BC22B7F-42DF-BD47-A8F4-4BE110D4029A}" type="datetimeFigureOut">
              <a:rPr lang="en-US" smtClean="0"/>
              <a:t>11/13/2024</a:t>
            </a:fld>
            <a:endParaRPr lang="en-US"/>
          </a:p>
        </p:txBody>
      </p:sp>
      <p:sp>
        <p:nvSpPr>
          <p:cNvPr id="6" name="Footer Placeholder 5">
            <a:extLst>
              <a:ext uri="{FF2B5EF4-FFF2-40B4-BE49-F238E27FC236}">
                <a16:creationId xmlns:a16="http://schemas.microsoft.com/office/drawing/2014/main" id="{8265A5F5-AF86-DCA9-A23F-7D2D97B3955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6080C1B-E289-444D-FA46-E1C4E2D12ED0}"/>
              </a:ext>
            </a:extLst>
          </p:cNvPr>
          <p:cNvSpPr>
            <a:spLocks noGrp="1"/>
          </p:cNvSpPr>
          <p:nvPr>
            <p:ph type="sldNum" sz="quarter" idx="12"/>
          </p:nvPr>
        </p:nvSpPr>
        <p:spPr/>
        <p:txBody>
          <a:bodyPr/>
          <a:lstStyle/>
          <a:p>
            <a:fld id="{2374AAB6-C584-2C48-AC8B-950355CAC345}" type="slidenum">
              <a:rPr lang="en-US" smtClean="0"/>
              <a:t>‹#›</a:t>
            </a:fld>
            <a:endParaRPr lang="en-US"/>
          </a:p>
        </p:txBody>
      </p:sp>
      <p:sp>
        <p:nvSpPr>
          <p:cNvPr id="8" name="Rectangle 7">
            <a:extLst>
              <a:ext uri="{FF2B5EF4-FFF2-40B4-BE49-F238E27FC236}">
                <a16:creationId xmlns:a16="http://schemas.microsoft.com/office/drawing/2014/main" id="{52F63A55-B31F-3B68-C0ED-E636397D0300}"/>
              </a:ext>
            </a:extLst>
          </p:cNvPr>
          <p:cNvSpPr/>
          <p:nvPr userDrawn="1"/>
        </p:nvSpPr>
        <p:spPr>
          <a:xfrm rot="16200000">
            <a:off x="-2956956" y="2956956"/>
            <a:ext cx="6858000" cy="944088"/>
          </a:xfrm>
          <a:prstGeom prst="rect">
            <a:avLst/>
          </a:prstGeom>
          <a:gradFill>
            <a:gsLst>
              <a:gs pos="0">
                <a:srgbClr val="0085AD"/>
              </a:gs>
              <a:gs pos="95000">
                <a:srgbClr val="041C2C"/>
              </a:gs>
            </a:gsLst>
            <a:lin ang="7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O"/>
          </a:p>
        </p:txBody>
      </p:sp>
      <p:pic>
        <p:nvPicPr>
          <p:cNvPr id="9" name="Picture 8">
            <a:extLst>
              <a:ext uri="{FF2B5EF4-FFF2-40B4-BE49-F238E27FC236}">
                <a16:creationId xmlns:a16="http://schemas.microsoft.com/office/drawing/2014/main" id="{86A2F76D-A851-A8D1-CCF4-FF72836D3A34}"/>
              </a:ext>
            </a:extLst>
          </p:cNvPr>
          <p:cNvPicPr>
            <a:picLocks noChangeAspect="1"/>
          </p:cNvPicPr>
          <p:nvPr userDrawn="1"/>
        </p:nvPicPr>
        <p:blipFill>
          <a:blip r:embed="rId2"/>
          <a:stretch>
            <a:fillRect/>
          </a:stretch>
        </p:blipFill>
        <p:spPr>
          <a:xfrm rot="7981385">
            <a:off x="10752878" y="-1104508"/>
            <a:ext cx="2105097" cy="2908861"/>
          </a:xfrm>
          <a:prstGeom prst="rect">
            <a:avLst/>
          </a:prstGeom>
        </p:spPr>
      </p:pic>
    </p:spTree>
    <p:extLst>
      <p:ext uri="{BB962C8B-B14F-4D97-AF65-F5344CB8AC3E}">
        <p14:creationId xmlns:p14="http://schemas.microsoft.com/office/powerpoint/2010/main" val="41230992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25999-7E40-C451-CD98-AC5A2676B40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7A1B182-00AF-E183-DCB1-2D0BA3D6331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2DD8075-4752-F986-A005-44E3E5031BA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94C1DE4-B295-00FE-BA85-FDD7D946D00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A69FD1D-A837-9759-2B83-D0FDBDB8995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4241C63-667B-0DB4-FF5D-A11974E59589}"/>
              </a:ext>
            </a:extLst>
          </p:cNvPr>
          <p:cNvSpPr>
            <a:spLocks noGrp="1"/>
          </p:cNvSpPr>
          <p:nvPr>
            <p:ph type="dt" sz="half" idx="10"/>
          </p:nvPr>
        </p:nvSpPr>
        <p:spPr/>
        <p:txBody>
          <a:bodyPr/>
          <a:lstStyle/>
          <a:p>
            <a:fld id="{5BC22B7F-42DF-BD47-A8F4-4BE110D4029A}" type="datetimeFigureOut">
              <a:rPr lang="en-US" smtClean="0"/>
              <a:t>11/13/2024</a:t>
            </a:fld>
            <a:endParaRPr lang="en-US"/>
          </a:p>
        </p:txBody>
      </p:sp>
      <p:sp>
        <p:nvSpPr>
          <p:cNvPr id="8" name="Footer Placeholder 7">
            <a:extLst>
              <a:ext uri="{FF2B5EF4-FFF2-40B4-BE49-F238E27FC236}">
                <a16:creationId xmlns:a16="http://schemas.microsoft.com/office/drawing/2014/main" id="{B8569ECD-BF20-71C9-D608-CBDE69B637C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878532F-F619-4534-3152-3C709EB0A9EB}"/>
              </a:ext>
            </a:extLst>
          </p:cNvPr>
          <p:cNvSpPr>
            <a:spLocks noGrp="1"/>
          </p:cNvSpPr>
          <p:nvPr>
            <p:ph type="sldNum" sz="quarter" idx="12"/>
          </p:nvPr>
        </p:nvSpPr>
        <p:spPr/>
        <p:txBody>
          <a:bodyPr/>
          <a:lstStyle/>
          <a:p>
            <a:fld id="{2374AAB6-C584-2C48-AC8B-950355CAC345}" type="slidenum">
              <a:rPr lang="en-US" smtClean="0"/>
              <a:t>‹#›</a:t>
            </a:fld>
            <a:endParaRPr lang="en-US"/>
          </a:p>
        </p:txBody>
      </p:sp>
    </p:spTree>
    <p:extLst>
      <p:ext uri="{BB962C8B-B14F-4D97-AF65-F5344CB8AC3E}">
        <p14:creationId xmlns:p14="http://schemas.microsoft.com/office/powerpoint/2010/main" val="10535662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E1E6E-D150-8278-866C-58595BC62B0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829F437-7540-3A91-2387-3CC3B5F6675C}"/>
              </a:ext>
            </a:extLst>
          </p:cNvPr>
          <p:cNvSpPr>
            <a:spLocks noGrp="1"/>
          </p:cNvSpPr>
          <p:nvPr>
            <p:ph type="dt" sz="half" idx="10"/>
          </p:nvPr>
        </p:nvSpPr>
        <p:spPr/>
        <p:txBody>
          <a:bodyPr/>
          <a:lstStyle/>
          <a:p>
            <a:fld id="{5BC22B7F-42DF-BD47-A8F4-4BE110D4029A}" type="datetimeFigureOut">
              <a:rPr lang="en-US" smtClean="0"/>
              <a:t>11/13/2024</a:t>
            </a:fld>
            <a:endParaRPr lang="en-US"/>
          </a:p>
        </p:txBody>
      </p:sp>
      <p:sp>
        <p:nvSpPr>
          <p:cNvPr id="4" name="Footer Placeholder 3">
            <a:extLst>
              <a:ext uri="{FF2B5EF4-FFF2-40B4-BE49-F238E27FC236}">
                <a16:creationId xmlns:a16="http://schemas.microsoft.com/office/drawing/2014/main" id="{7F05C37B-F0F4-CA62-C719-D553FB3417A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29060E6-4E78-28D6-BD7F-ACF5484A1797}"/>
              </a:ext>
            </a:extLst>
          </p:cNvPr>
          <p:cNvSpPr>
            <a:spLocks noGrp="1"/>
          </p:cNvSpPr>
          <p:nvPr>
            <p:ph type="sldNum" sz="quarter" idx="12"/>
          </p:nvPr>
        </p:nvSpPr>
        <p:spPr/>
        <p:txBody>
          <a:bodyPr/>
          <a:lstStyle/>
          <a:p>
            <a:fld id="{2374AAB6-C584-2C48-AC8B-950355CAC345}" type="slidenum">
              <a:rPr lang="en-US" smtClean="0"/>
              <a:t>‹#›</a:t>
            </a:fld>
            <a:endParaRPr lang="en-US"/>
          </a:p>
        </p:txBody>
      </p:sp>
      <p:sp>
        <p:nvSpPr>
          <p:cNvPr id="6" name="Rectangle 5">
            <a:extLst>
              <a:ext uri="{FF2B5EF4-FFF2-40B4-BE49-F238E27FC236}">
                <a16:creationId xmlns:a16="http://schemas.microsoft.com/office/drawing/2014/main" id="{B73F43A9-8171-660F-6255-A8ABF12071EA}"/>
              </a:ext>
            </a:extLst>
          </p:cNvPr>
          <p:cNvSpPr/>
          <p:nvPr userDrawn="1"/>
        </p:nvSpPr>
        <p:spPr>
          <a:xfrm rot="16200000">
            <a:off x="8290956" y="2956956"/>
            <a:ext cx="6858000" cy="944088"/>
          </a:xfrm>
          <a:prstGeom prst="rect">
            <a:avLst/>
          </a:prstGeom>
          <a:gradFill>
            <a:gsLst>
              <a:gs pos="0">
                <a:srgbClr val="0085AD"/>
              </a:gs>
              <a:gs pos="95000">
                <a:srgbClr val="041C2C"/>
              </a:gs>
            </a:gsLst>
            <a:lin ang="7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O"/>
          </a:p>
        </p:txBody>
      </p:sp>
      <p:pic>
        <p:nvPicPr>
          <p:cNvPr id="7" name="Picture 6">
            <a:extLst>
              <a:ext uri="{FF2B5EF4-FFF2-40B4-BE49-F238E27FC236}">
                <a16:creationId xmlns:a16="http://schemas.microsoft.com/office/drawing/2014/main" id="{3D2E1259-9740-4D9B-EBE4-39080B3D46F0}"/>
              </a:ext>
            </a:extLst>
          </p:cNvPr>
          <p:cNvPicPr>
            <a:picLocks noChangeAspect="1"/>
          </p:cNvPicPr>
          <p:nvPr userDrawn="1"/>
        </p:nvPicPr>
        <p:blipFill>
          <a:blip r:embed="rId2"/>
          <a:stretch>
            <a:fillRect/>
          </a:stretch>
        </p:blipFill>
        <p:spPr>
          <a:xfrm rot="12600000">
            <a:off x="10301252" y="4901920"/>
            <a:ext cx="2105097" cy="2908861"/>
          </a:xfrm>
          <a:prstGeom prst="rect">
            <a:avLst/>
          </a:prstGeom>
        </p:spPr>
      </p:pic>
    </p:spTree>
    <p:extLst>
      <p:ext uri="{BB962C8B-B14F-4D97-AF65-F5344CB8AC3E}">
        <p14:creationId xmlns:p14="http://schemas.microsoft.com/office/powerpoint/2010/main" val="525021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CD05F34-D86E-4FE4-2BF6-4861B20502F1}"/>
              </a:ext>
            </a:extLst>
          </p:cNvPr>
          <p:cNvSpPr>
            <a:spLocks noGrp="1"/>
          </p:cNvSpPr>
          <p:nvPr>
            <p:ph type="dt" sz="half" idx="10"/>
          </p:nvPr>
        </p:nvSpPr>
        <p:spPr/>
        <p:txBody>
          <a:bodyPr/>
          <a:lstStyle/>
          <a:p>
            <a:fld id="{5BC22B7F-42DF-BD47-A8F4-4BE110D4029A}" type="datetimeFigureOut">
              <a:rPr lang="en-US" smtClean="0"/>
              <a:t>11/13/2024</a:t>
            </a:fld>
            <a:endParaRPr lang="en-US"/>
          </a:p>
        </p:txBody>
      </p:sp>
      <p:sp>
        <p:nvSpPr>
          <p:cNvPr id="3" name="Footer Placeholder 2">
            <a:extLst>
              <a:ext uri="{FF2B5EF4-FFF2-40B4-BE49-F238E27FC236}">
                <a16:creationId xmlns:a16="http://schemas.microsoft.com/office/drawing/2014/main" id="{B399E454-70A9-B899-B4BD-AC393A9986C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A6DF4F6-BB3C-45AE-298E-F91DF7B57118}"/>
              </a:ext>
            </a:extLst>
          </p:cNvPr>
          <p:cNvSpPr>
            <a:spLocks noGrp="1"/>
          </p:cNvSpPr>
          <p:nvPr>
            <p:ph type="sldNum" sz="quarter" idx="12"/>
          </p:nvPr>
        </p:nvSpPr>
        <p:spPr/>
        <p:txBody>
          <a:bodyPr/>
          <a:lstStyle/>
          <a:p>
            <a:fld id="{2374AAB6-C584-2C48-AC8B-950355CAC345}" type="slidenum">
              <a:rPr lang="en-US" smtClean="0"/>
              <a:t>‹#›</a:t>
            </a:fld>
            <a:endParaRPr lang="en-US"/>
          </a:p>
        </p:txBody>
      </p:sp>
      <p:sp>
        <p:nvSpPr>
          <p:cNvPr id="5" name="Rectangle 4">
            <a:extLst>
              <a:ext uri="{FF2B5EF4-FFF2-40B4-BE49-F238E27FC236}">
                <a16:creationId xmlns:a16="http://schemas.microsoft.com/office/drawing/2014/main" id="{C44EE41C-F951-A344-8E67-1626FF35B9AC}"/>
              </a:ext>
            </a:extLst>
          </p:cNvPr>
          <p:cNvSpPr/>
          <p:nvPr userDrawn="1"/>
        </p:nvSpPr>
        <p:spPr>
          <a:xfrm rot="16200000">
            <a:off x="-1959078" y="1959077"/>
            <a:ext cx="6858000" cy="2939845"/>
          </a:xfrm>
          <a:prstGeom prst="rect">
            <a:avLst/>
          </a:prstGeom>
          <a:gradFill>
            <a:gsLst>
              <a:gs pos="0">
                <a:srgbClr val="0085AD"/>
              </a:gs>
              <a:gs pos="95000">
                <a:srgbClr val="041C2C"/>
              </a:gs>
            </a:gsLst>
            <a:lin ang="7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O"/>
          </a:p>
        </p:txBody>
      </p:sp>
      <p:pic>
        <p:nvPicPr>
          <p:cNvPr id="6" name="Picture 5">
            <a:extLst>
              <a:ext uri="{FF2B5EF4-FFF2-40B4-BE49-F238E27FC236}">
                <a16:creationId xmlns:a16="http://schemas.microsoft.com/office/drawing/2014/main" id="{9CBE2CF1-A4FC-8937-A17F-43FDC9959419}"/>
              </a:ext>
            </a:extLst>
          </p:cNvPr>
          <p:cNvPicPr>
            <a:picLocks noChangeAspect="1"/>
          </p:cNvPicPr>
          <p:nvPr userDrawn="1"/>
        </p:nvPicPr>
        <p:blipFill>
          <a:blip r:embed="rId2">
            <a:alphaModFix amt="34000"/>
          </a:blip>
          <a:stretch>
            <a:fillRect/>
          </a:stretch>
        </p:blipFill>
        <p:spPr>
          <a:xfrm>
            <a:off x="0" y="0"/>
            <a:ext cx="1178441" cy="2202426"/>
          </a:xfrm>
          <a:prstGeom prst="rect">
            <a:avLst/>
          </a:prstGeom>
          <a:effectLst/>
        </p:spPr>
      </p:pic>
    </p:spTree>
    <p:extLst>
      <p:ext uri="{BB962C8B-B14F-4D97-AF65-F5344CB8AC3E}">
        <p14:creationId xmlns:p14="http://schemas.microsoft.com/office/powerpoint/2010/main" val="21348595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387D432-5D44-BC33-447C-8CD41AED866B}"/>
              </a:ext>
            </a:extLst>
          </p:cNvPr>
          <p:cNvSpPr/>
          <p:nvPr userDrawn="1"/>
        </p:nvSpPr>
        <p:spPr>
          <a:xfrm>
            <a:off x="0" y="1"/>
            <a:ext cx="12192000" cy="2876204"/>
          </a:xfrm>
          <a:prstGeom prst="rect">
            <a:avLst/>
          </a:prstGeom>
          <a:solidFill>
            <a:srgbClr val="0085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O"/>
          </a:p>
        </p:txBody>
      </p:sp>
      <p:sp>
        <p:nvSpPr>
          <p:cNvPr id="2" name="Date Placeholder 1">
            <a:extLst>
              <a:ext uri="{FF2B5EF4-FFF2-40B4-BE49-F238E27FC236}">
                <a16:creationId xmlns:a16="http://schemas.microsoft.com/office/drawing/2014/main" id="{DCD05F34-D86E-4FE4-2BF6-4861B20502F1}"/>
              </a:ext>
            </a:extLst>
          </p:cNvPr>
          <p:cNvSpPr>
            <a:spLocks noGrp="1"/>
          </p:cNvSpPr>
          <p:nvPr>
            <p:ph type="dt" sz="half" idx="10"/>
          </p:nvPr>
        </p:nvSpPr>
        <p:spPr/>
        <p:txBody>
          <a:bodyPr/>
          <a:lstStyle/>
          <a:p>
            <a:fld id="{5BC22B7F-42DF-BD47-A8F4-4BE110D4029A}" type="datetimeFigureOut">
              <a:rPr lang="en-US" smtClean="0"/>
              <a:t>11/13/2024</a:t>
            </a:fld>
            <a:endParaRPr lang="en-US"/>
          </a:p>
        </p:txBody>
      </p:sp>
      <p:sp>
        <p:nvSpPr>
          <p:cNvPr id="3" name="Footer Placeholder 2">
            <a:extLst>
              <a:ext uri="{FF2B5EF4-FFF2-40B4-BE49-F238E27FC236}">
                <a16:creationId xmlns:a16="http://schemas.microsoft.com/office/drawing/2014/main" id="{B399E454-70A9-B899-B4BD-AC393A9986C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A6DF4F6-BB3C-45AE-298E-F91DF7B57118}"/>
              </a:ext>
            </a:extLst>
          </p:cNvPr>
          <p:cNvSpPr>
            <a:spLocks noGrp="1"/>
          </p:cNvSpPr>
          <p:nvPr>
            <p:ph type="sldNum" sz="quarter" idx="12"/>
          </p:nvPr>
        </p:nvSpPr>
        <p:spPr/>
        <p:txBody>
          <a:bodyPr/>
          <a:lstStyle/>
          <a:p>
            <a:fld id="{2374AAB6-C584-2C48-AC8B-950355CAC345}" type="slidenum">
              <a:rPr lang="en-US" smtClean="0"/>
              <a:t>‹#›</a:t>
            </a:fld>
            <a:endParaRPr lang="en-US"/>
          </a:p>
        </p:txBody>
      </p:sp>
      <p:pic>
        <p:nvPicPr>
          <p:cNvPr id="6" name="Picture 5">
            <a:extLst>
              <a:ext uri="{FF2B5EF4-FFF2-40B4-BE49-F238E27FC236}">
                <a16:creationId xmlns:a16="http://schemas.microsoft.com/office/drawing/2014/main" id="{9CBE2CF1-A4FC-8937-A17F-43FDC9959419}"/>
              </a:ext>
            </a:extLst>
          </p:cNvPr>
          <p:cNvPicPr>
            <a:picLocks noChangeAspect="1"/>
          </p:cNvPicPr>
          <p:nvPr userDrawn="1"/>
        </p:nvPicPr>
        <p:blipFill>
          <a:blip r:embed="rId2">
            <a:alphaModFix amt="34000"/>
          </a:blip>
          <a:stretch>
            <a:fillRect/>
          </a:stretch>
        </p:blipFill>
        <p:spPr>
          <a:xfrm>
            <a:off x="0" y="0"/>
            <a:ext cx="1178441" cy="2202426"/>
          </a:xfrm>
          <a:prstGeom prst="rect">
            <a:avLst/>
          </a:prstGeom>
          <a:effectLst/>
        </p:spPr>
      </p:pic>
    </p:spTree>
    <p:extLst>
      <p:ext uri="{BB962C8B-B14F-4D97-AF65-F5344CB8AC3E}">
        <p14:creationId xmlns:p14="http://schemas.microsoft.com/office/powerpoint/2010/main" val="20360184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2_Blank">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387D432-5D44-BC33-447C-8CD41AED866B}"/>
              </a:ext>
            </a:extLst>
          </p:cNvPr>
          <p:cNvSpPr/>
          <p:nvPr userDrawn="1"/>
        </p:nvSpPr>
        <p:spPr>
          <a:xfrm>
            <a:off x="0" y="0"/>
            <a:ext cx="12192000" cy="6858000"/>
          </a:xfrm>
          <a:prstGeom prst="rect">
            <a:avLst/>
          </a:prstGeom>
          <a:solidFill>
            <a:srgbClr val="0085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O"/>
          </a:p>
        </p:txBody>
      </p:sp>
      <p:sp>
        <p:nvSpPr>
          <p:cNvPr id="2" name="Date Placeholder 1">
            <a:extLst>
              <a:ext uri="{FF2B5EF4-FFF2-40B4-BE49-F238E27FC236}">
                <a16:creationId xmlns:a16="http://schemas.microsoft.com/office/drawing/2014/main" id="{DCD05F34-D86E-4FE4-2BF6-4861B20502F1}"/>
              </a:ext>
            </a:extLst>
          </p:cNvPr>
          <p:cNvSpPr>
            <a:spLocks noGrp="1"/>
          </p:cNvSpPr>
          <p:nvPr>
            <p:ph type="dt" sz="half" idx="10"/>
          </p:nvPr>
        </p:nvSpPr>
        <p:spPr/>
        <p:txBody>
          <a:bodyPr/>
          <a:lstStyle/>
          <a:p>
            <a:fld id="{5BC22B7F-42DF-BD47-A8F4-4BE110D4029A}" type="datetimeFigureOut">
              <a:rPr lang="en-US" smtClean="0"/>
              <a:t>11/13/2024</a:t>
            </a:fld>
            <a:endParaRPr lang="en-US"/>
          </a:p>
        </p:txBody>
      </p:sp>
      <p:sp>
        <p:nvSpPr>
          <p:cNvPr id="3" name="Footer Placeholder 2">
            <a:extLst>
              <a:ext uri="{FF2B5EF4-FFF2-40B4-BE49-F238E27FC236}">
                <a16:creationId xmlns:a16="http://schemas.microsoft.com/office/drawing/2014/main" id="{B399E454-70A9-B899-B4BD-AC393A9986C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A6DF4F6-BB3C-45AE-298E-F91DF7B57118}"/>
              </a:ext>
            </a:extLst>
          </p:cNvPr>
          <p:cNvSpPr>
            <a:spLocks noGrp="1"/>
          </p:cNvSpPr>
          <p:nvPr>
            <p:ph type="sldNum" sz="quarter" idx="12"/>
          </p:nvPr>
        </p:nvSpPr>
        <p:spPr/>
        <p:txBody>
          <a:bodyPr/>
          <a:lstStyle/>
          <a:p>
            <a:fld id="{2374AAB6-C584-2C48-AC8B-950355CAC345}" type="slidenum">
              <a:rPr lang="en-US" smtClean="0"/>
              <a:t>‹#›</a:t>
            </a:fld>
            <a:endParaRPr lang="en-US"/>
          </a:p>
        </p:txBody>
      </p:sp>
      <p:pic>
        <p:nvPicPr>
          <p:cNvPr id="6" name="Picture 5">
            <a:extLst>
              <a:ext uri="{FF2B5EF4-FFF2-40B4-BE49-F238E27FC236}">
                <a16:creationId xmlns:a16="http://schemas.microsoft.com/office/drawing/2014/main" id="{9CBE2CF1-A4FC-8937-A17F-43FDC9959419}"/>
              </a:ext>
            </a:extLst>
          </p:cNvPr>
          <p:cNvPicPr>
            <a:picLocks noChangeAspect="1"/>
          </p:cNvPicPr>
          <p:nvPr userDrawn="1"/>
        </p:nvPicPr>
        <p:blipFill>
          <a:blip r:embed="rId2">
            <a:alphaModFix amt="34000"/>
          </a:blip>
          <a:stretch>
            <a:fillRect/>
          </a:stretch>
        </p:blipFill>
        <p:spPr>
          <a:xfrm>
            <a:off x="0" y="0"/>
            <a:ext cx="1178441" cy="2202426"/>
          </a:xfrm>
          <a:prstGeom prst="rect">
            <a:avLst/>
          </a:prstGeom>
          <a:effectLst/>
        </p:spPr>
      </p:pic>
      <p:pic>
        <p:nvPicPr>
          <p:cNvPr id="5" name="Picture 4">
            <a:extLst>
              <a:ext uri="{FF2B5EF4-FFF2-40B4-BE49-F238E27FC236}">
                <a16:creationId xmlns:a16="http://schemas.microsoft.com/office/drawing/2014/main" id="{B6A0A517-FADD-D216-D109-03BA6AF30D44}"/>
              </a:ext>
            </a:extLst>
          </p:cNvPr>
          <p:cNvPicPr>
            <a:picLocks noChangeAspect="1"/>
          </p:cNvPicPr>
          <p:nvPr userDrawn="1"/>
        </p:nvPicPr>
        <p:blipFill>
          <a:blip r:embed="rId3">
            <a:alphaModFix amt="27000"/>
          </a:blip>
          <a:stretch>
            <a:fillRect/>
          </a:stretch>
        </p:blipFill>
        <p:spPr>
          <a:xfrm>
            <a:off x="9299264" y="4098175"/>
            <a:ext cx="3991402" cy="2996170"/>
          </a:xfrm>
          <a:prstGeom prst="rect">
            <a:avLst/>
          </a:prstGeom>
        </p:spPr>
      </p:pic>
    </p:spTree>
    <p:extLst>
      <p:ext uri="{BB962C8B-B14F-4D97-AF65-F5344CB8AC3E}">
        <p14:creationId xmlns:p14="http://schemas.microsoft.com/office/powerpoint/2010/main" val="19305014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15986-7D1A-43C5-0215-010ABA5A06E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F966583-D91F-1633-5A7B-3B42DBCA4F8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B471A4-2B50-C4E3-CB20-9A52F64B61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006A55-1F50-95C1-7928-F6FDB70816E1}"/>
              </a:ext>
            </a:extLst>
          </p:cNvPr>
          <p:cNvSpPr>
            <a:spLocks noGrp="1"/>
          </p:cNvSpPr>
          <p:nvPr>
            <p:ph type="dt" sz="half" idx="10"/>
          </p:nvPr>
        </p:nvSpPr>
        <p:spPr/>
        <p:txBody>
          <a:bodyPr/>
          <a:lstStyle/>
          <a:p>
            <a:fld id="{5BC22B7F-42DF-BD47-A8F4-4BE110D4029A}" type="datetimeFigureOut">
              <a:rPr lang="en-US" smtClean="0"/>
              <a:t>11/13/2024</a:t>
            </a:fld>
            <a:endParaRPr lang="en-US"/>
          </a:p>
        </p:txBody>
      </p:sp>
      <p:sp>
        <p:nvSpPr>
          <p:cNvPr id="6" name="Footer Placeholder 5">
            <a:extLst>
              <a:ext uri="{FF2B5EF4-FFF2-40B4-BE49-F238E27FC236}">
                <a16:creationId xmlns:a16="http://schemas.microsoft.com/office/drawing/2014/main" id="{EE549BA9-3B56-74DE-3DBE-94B3555819E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67B23CD-DDB5-BDC6-8168-D9843A47F99A}"/>
              </a:ext>
            </a:extLst>
          </p:cNvPr>
          <p:cNvSpPr>
            <a:spLocks noGrp="1"/>
          </p:cNvSpPr>
          <p:nvPr>
            <p:ph type="sldNum" sz="quarter" idx="12"/>
          </p:nvPr>
        </p:nvSpPr>
        <p:spPr/>
        <p:txBody>
          <a:bodyPr/>
          <a:lstStyle/>
          <a:p>
            <a:fld id="{2374AAB6-C584-2C48-AC8B-950355CAC345}" type="slidenum">
              <a:rPr lang="en-US" smtClean="0"/>
              <a:t>‹#›</a:t>
            </a:fld>
            <a:endParaRPr lang="en-US"/>
          </a:p>
        </p:txBody>
      </p:sp>
    </p:spTree>
    <p:extLst>
      <p:ext uri="{BB962C8B-B14F-4D97-AF65-F5344CB8AC3E}">
        <p14:creationId xmlns:p14="http://schemas.microsoft.com/office/powerpoint/2010/main" val="38653257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C326F-2067-1CC1-73B9-0122D80DE65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F9FA86D-6715-5EB2-C9CC-61E65027B97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D1532A8-6970-BBAE-21C0-76B2983AFE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9729D5-FAF7-64E3-FAD5-A382D456EFD6}"/>
              </a:ext>
            </a:extLst>
          </p:cNvPr>
          <p:cNvSpPr>
            <a:spLocks noGrp="1"/>
          </p:cNvSpPr>
          <p:nvPr>
            <p:ph type="dt" sz="half" idx="10"/>
          </p:nvPr>
        </p:nvSpPr>
        <p:spPr/>
        <p:txBody>
          <a:bodyPr/>
          <a:lstStyle/>
          <a:p>
            <a:fld id="{5BC22B7F-42DF-BD47-A8F4-4BE110D4029A}" type="datetimeFigureOut">
              <a:rPr lang="en-US" smtClean="0"/>
              <a:t>11/13/2024</a:t>
            </a:fld>
            <a:endParaRPr lang="en-US"/>
          </a:p>
        </p:txBody>
      </p:sp>
      <p:sp>
        <p:nvSpPr>
          <p:cNvPr id="6" name="Footer Placeholder 5">
            <a:extLst>
              <a:ext uri="{FF2B5EF4-FFF2-40B4-BE49-F238E27FC236}">
                <a16:creationId xmlns:a16="http://schemas.microsoft.com/office/drawing/2014/main" id="{8751D3FD-57DE-2B3A-1DEF-471C19A9E5F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9B5C286-2082-3882-7974-7072C6FEED18}"/>
              </a:ext>
            </a:extLst>
          </p:cNvPr>
          <p:cNvSpPr>
            <a:spLocks noGrp="1"/>
          </p:cNvSpPr>
          <p:nvPr>
            <p:ph type="sldNum" sz="quarter" idx="12"/>
          </p:nvPr>
        </p:nvSpPr>
        <p:spPr/>
        <p:txBody>
          <a:bodyPr/>
          <a:lstStyle/>
          <a:p>
            <a:fld id="{2374AAB6-C584-2C48-AC8B-950355CAC345}" type="slidenum">
              <a:rPr lang="en-US" smtClean="0"/>
              <a:t>‹#›</a:t>
            </a:fld>
            <a:endParaRPr lang="en-US"/>
          </a:p>
        </p:txBody>
      </p:sp>
    </p:spTree>
    <p:extLst>
      <p:ext uri="{BB962C8B-B14F-4D97-AF65-F5344CB8AC3E}">
        <p14:creationId xmlns:p14="http://schemas.microsoft.com/office/powerpoint/2010/main" val="6301504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10B72-CF25-B9EB-47D0-892182E9B8E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6B2E499-B771-E013-7398-D4D233467ED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06E7C2-6DB2-68E4-870C-8DEBB47EBF6B}"/>
              </a:ext>
            </a:extLst>
          </p:cNvPr>
          <p:cNvSpPr>
            <a:spLocks noGrp="1"/>
          </p:cNvSpPr>
          <p:nvPr>
            <p:ph type="dt" sz="half" idx="10"/>
          </p:nvPr>
        </p:nvSpPr>
        <p:spPr/>
        <p:txBody>
          <a:bodyPr/>
          <a:lstStyle/>
          <a:p>
            <a:fld id="{5BC22B7F-42DF-BD47-A8F4-4BE110D4029A}" type="datetimeFigureOut">
              <a:rPr lang="en-US" smtClean="0"/>
              <a:t>11/13/2024</a:t>
            </a:fld>
            <a:endParaRPr lang="en-US"/>
          </a:p>
        </p:txBody>
      </p:sp>
      <p:sp>
        <p:nvSpPr>
          <p:cNvPr id="5" name="Footer Placeholder 4">
            <a:extLst>
              <a:ext uri="{FF2B5EF4-FFF2-40B4-BE49-F238E27FC236}">
                <a16:creationId xmlns:a16="http://schemas.microsoft.com/office/drawing/2014/main" id="{69506A7B-4F13-AD02-5BB2-E856218B7E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7A36A2-8179-8B44-96A0-68180BE010D0}"/>
              </a:ext>
            </a:extLst>
          </p:cNvPr>
          <p:cNvSpPr>
            <a:spLocks noGrp="1"/>
          </p:cNvSpPr>
          <p:nvPr>
            <p:ph type="sldNum" sz="quarter" idx="12"/>
          </p:nvPr>
        </p:nvSpPr>
        <p:spPr/>
        <p:txBody>
          <a:bodyPr/>
          <a:lstStyle/>
          <a:p>
            <a:fld id="{2374AAB6-C584-2C48-AC8B-950355CAC345}" type="slidenum">
              <a:rPr lang="en-US" smtClean="0"/>
              <a:t>‹#›</a:t>
            </a:fld>
            <a:endParaRPr lang="en-US"/>
          </a:p>
        </p:txBody>
      </p:sp>
    </p:spTree>
    <p:extLst>
      <p:ext uri="{BB962C8B-B14F-4D97-AF65-F5344CB8AC3E}">
        <p14:creationId xmlns:p14="http://schemas.microsoft.com/office/powerpoint/2010/main" val="33830132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8A5A487-05D6-B873-FCB8-CC9A8632991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BC9C3DB-2E20-C1D6-F172-3D53D33AEF2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D0290-A047-6DC8-DFEC-F90337535C5F}"/>
              </a:ext>
            </a:extLst>
          </p:cNvPr>
          <p:cNvSpPr>
            <a:spLocks noGrp="1"/>
          </p:cNvSpPr>
          <p:nvPr>
            <p:ph type="dt" sz="half" idx="10"/>
          </p:nvPr>
        </p:nvSpPr>
        <p:spPr/>
        <p:txBody>
          <a:bodyPr/>
          <a:lstStyle/>
          <a:p>
            <a:fld id="{5BC22B7F-42DF-BD47-A8F4-4BE110D4029A}" type="datetimeFigureOut">
              <a:rPr lang="en-US" smtClean="0"/>
              <a:t>11/13/2024</a:t>
            </a:fld>
            <a:endParaRPr lang="en-US"/>
          </a:p>
        </p:txBody>
      </p:sp>
      <p:sp>
        <p:nvSpPr>
          <p:cNvPr id="5" name="Footer Placeholder 4">
            <a:extLst>
              <a:ext uri="{FF2B5EF4-FFF2-40B4-BE49-F238E27FC236}">
                <a16:creationId xmlns:a16="http://schemas.microsoft.com/office/drawing/2014/main" id="{E60117A8-3F24-6378-ED65-C90F628337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A0FD57-9896-B30E-DADF-7B73EFE13969}"/>
              </a:ext>
            </a:extLst>
          </p:cNvPr>
          <p:cNvSpPr>
            <a:spLocks noGrp="1"/>
          </p:cNvSpPr>
          <p:nvPr>
            <p:ph type="sldNum" sz="quarter" idx="12"/>
          </p:nvPr>
        </p:nvSpPr>
        <p:spPr/>
        <p:txBody>
          <a:bodyPr/>
          <a:lstStyle/>
          <a:p>
            <a:fld id="{2374AAB6-C584-2C48-AC8B-950355CAC345}" type="slidenum">
              <a:rPr lang="en-US" smtClean="0"/>
              <a:t>‹#›</a:t>
            </a:fld>
            <a:endParaRPr lang="en-US"/>
          </a:p>
        </p:txBody>
      </p:sp>
    </p:spTree>
    <p:extLst>
      <p:ext uri="{BB962C8B-B14F-4D97-AF65-F5344CB8AC3E}">
        <p14:creationId xmlns:p14="http://schemas.microsoft.com/office/powerpoint/2010/main" val="19053179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233132-3CA0-9BF0-A764-0795143096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9B61850-518E-2FA3-FBB0-CE0A328775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C131C3-470A-CC23-3094-AA6CFB64CA1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22B7F-42DF-BD47-A8F4-4BE110D4029A}" type="datetimeFigureOut">
              <a:rPr lang="en-US" smtClean="0"/>
              <a:t>11/13/2024</a:t>
            </a:fld>
            <a:endParaRPr lang="en-US"/>
          </a:p>
        </p:txBody>
      </p:sp>
      <p:sp>
        <p:nvSpPr>
          <p:cNvPr id="5" name="Footer Placeholder 4">
            <a:extLst>
              <a:ext uri="{FF2B5EF4-FFF2-40B4-BE49-F238E27FC236}">
                <a16:creationId xmlns:a16="http://schemas.microsoft.com/office/drawing/2014/main" id="{3C4A637E-1BF9-60E3-29EE-34B97EC4EBA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F2D204E-45D4-E089-5ECD-1A2404C8FDD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374AAB6-C584-2C48-AC8B-950355CAC345}" type="slidenum">
              <a:rPr lang="en-US" smtClean="0"/>
              <a:t>‹#›</a:t>
            </a:fld>
            <a:endParaRPr lang="en-US"/>
          </a:p>
        </p:txBody>
      </p:sp>
    </p:spTree>
    <p:extLst>
      <p:ext uri="{BB962C8B-B14F-4D97-AF65-F5344CB8AC3E}">
        <p14:creationId xmlns:p14="http://schemas.microsoft.com/office/powerpoint/2010/main" val="16076842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60" r:id="rId8"/>
    <p:sldLayoutId id="2147483661" r:id="rId9"/>
    <p:sldLayoutId id="2147483656" r:id="rId10"/>
    <p:sldLayoutId id="2147483657" r:id="rId11"/>
    <p:sldLayoutId id="2147483658" r:id="rId12"/>
    <p:sldLayoutId id="2147483659" r:id="rId13"/>
  </p:sldLayoutIdLst>
  <p:txStyles>
    <p:titleStyle>
      <a:lvl1pPr algn="l" defTabSz="914400" rtl="0" eaLnBrk="1" latinLnBrk="0" hangingPunct="1">
        <a:lnSpc>
          <a:spcPct val="90000"/>
        </a:lnSpc>
        <a:spcBef>
          <a:spcPct val="0"/>
        </a:spcBef>
        <a:buNone/>
        <a:defRPr sz="4400" kern="1200">
          <a:solidFill>
            <a:schemeClr val="tx1"/>
          </a:solidFill>
          <a:latin typeface="Helvetica"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Helvetica"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Helvetica"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Helvetica"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Helvetica"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Helvetica"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17.png"/><Relationship Id="rId1" Type="http://schemas.openxmlformats.org/officeDocument/2006/relationships/slideLayout" Target="../slideLayouts/slideLayout4.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17.png"/><Relationship Id="rId1" Type="http://schemas.openxmlformats.org/officeDocument/2006/relationships/slideLayout" Target="../slideLayouts/slideLayout6.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ounded Rectangle 11">
            <a:extLst>
              <a:ext uri="{FF2B5EF4-FFF2-40B4-BE49-F238E27FC236}">
                <a16:creationId xmlns:a16="http://schemas.microsoft.com/office/drawing/2014/main" id="{BA5CCD5A-2ECE-4FA4-AAD0-E35A1E32C234}"/>
              </a:ext>
            </a:extLst>
          </p:cNvPr>
          <p:cNvSpPr/>
          <p:nvPr/>
        </p:nvSpPr>
        <p:spPr>
          <a:xfrm>
            <a:off x="73742" y="124934"/>
            <a:ext cx="12044516" cy="6700684"/>
          </a:xfrm>
          <a:prstGeom prst="roundRect">
            <a:avLst>
              <a:gd name="adj" fmla="val 13348"/>
            </a:avLst>
          </a:prstGeom>
          <a:blipFill>
            <a:blip r:embed="rId2"/>
            <a:stretch>
              <a:fillRect/>
            </a:stretch>
          </a:blipFill>
          <a:ln>
            <a:noFill/>
          </a:ln>
          <a:effectLst>
            <a:outerShdw blurRad="226720" dist="247" sx="100699" sy="100699" algn="ctr" rotWithShape="0">
              <a:prstClr val="black">
                <a:alpha val="40000"/>
              </a:prstClr>
            </a:outerShdw>
            <a:softEdge rad="127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O"/>
          </a:p>
        </p:txBody>
      </p:sp>
      <p:sp>
        <p:nvSpPr>
          <p:cNvPr id="7" name="Title 1">
            <a:extLst>
              <a:ext uri="{FF2B5EF4-FFF2-40B4-BE49-F238E27FC236}">
                <a16:creationId xmlns:a16="http://schemas.microsoft.com/office/drawing/2014/main" id="{D40D25A9-A977-F890-65DC-A1340092F83B}"/>
              </a:ext>
            </a:extLst>
          </p:cNvPr>
          <p:cNvSpPr txBox="1">
            <a:spLocks/>
          </p:cNvSpPr>
          <p:nvPr/>
        </p:nvSpPr>
        <p:spPr>
          <a:xfrm>
            <a:off x="1260764" y="2367088"/>
            <a:ext cx="9670472" cy="661549"/>
          </a:xfrm>
          <a:prstGeom prst="rect">
            <a:avLst/>
          </a:prstGeom>
        </p:spPr>
        <p:txBody>
          <a:bodyPr vert="horz" lIns="91440" tIns="45720" rIns="91440" bIns="45720" rtlCol="0" anchor="b">
            <a:normAutofit fontScale="92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s-CO" sz="4800" dirty="0">
                <a:solidFill>
                  <a:srgbClr val="041C2C"/>
                </a:solidFill>
                <a:latin typeface="Helvetica" pitchFamily="2" charset="0"/>
              </a:rPr>
              <a:t>Marketing</a:t>
            </a:r>
            <a:endParaRPr lang="en-CO" sz="4800" dirty="0">
              <a:solidFill>
                <a:srgbClr val="041C2C"/>
              </a:solidFill>
              <a:latin typeface="Helvetica" pitchFamily="2" charset="0"/>
            </a:endParaRPr>
          </a:p>
        </p:txBody>
      </p:sp>
      <p:sp>
        <p:nvSpPr>
          <p:cNvPr id="10" name="Title 1">
            <a:extLst>
              <a:ext uri="{FF2B5EF4-FFF2-40B4-BE49-F238E27FC236}">
                <a16:creationId xmlns:a16="http://schemas.microsoft.com/office/drawing/2014/main" id="{A8FBC213-FA28-2E8E-579F-8026A7E678E6}"/>
              </a:ext>
            </a:extLst>
          </p:cNvPr>
          <p:cNvSpPr txBox="1">
            <a:spLocks/>
          </p:cNvSpPr>
          <p:nvPr/>
        </p:nvSpPr>
        <p:spPr>
          <a:xfrm>
            <a:off x="9312200" y="3054469"/>
            <a:ext cx="2416629" cy="44516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s-CO" sz="1800" dirty="0">
                <a:solidFill>
                  <a:srgbClr val="041C2C"/>
                </a:solidFill>
                <a:latin typeface="Helvetica" pitchFamily="2" charset="0"/>
              </a:rPr>
              <a:t>13/11/2024</a:t>
            </a:r>
            <a:endParaRPr lang="en-CO" sz="1800" dirty="0">
              <a:solidFill>
                <a:srgbClr val="041C2C"/>
              </a:solidFill>
              <a:latin typeface="Helvetica" pitchFamily="2" charset="0"/>
            </a:endParaRPr>
          </a:p>
        </p:txBody>
      </p:sp>
      <p:pic>
        <p:nvPicPr>
          <p:cNvPr id="17" name="Picture 16">
            <a:extLst>
              <a:ext uri="{FF2B5EF4-FFF2-40B4-BE49-F238E27FC236}">
                <a16:creationId xmlns:a16="http://schemas.microsoft.com/office/drawing/2014/main" id="{43F435D3-D98A-AEB5-C910-7522935FFCDA}"/>
              </a:ext>
            </a:extLst>
          </p:cNvPr>
          <p:cNvPicPr>
            <a:picLocks noChangeAspect="1"/>
          </p:cNvPicPr>
          <p:nvPr/>
        </p:nvPicPr>
        <p:blipFill>
          <a:blip r:embed="rId3"/>
          <a:stretch>
            <a:fillRect/>
          </a:stretch>
        </p:blipFill>
        <p:spPr>
          <a:xfrm>
            <a:off x="770622" y="887067"/>
            <a:ext cx="1558989" cy="2154239"/>
          </a:xfrm>
          <a:prstGeom prst="rect">
            <a:avLst/>
          </a:prstGeom>
        </p:spPr>
      </p:pic>
      <p:sp>
        <p:nvSpPr>
          <p:cNvPr id="2" name="Title 1">
            <a:extLst>
              <a:ext uri="{FF2B5EF4-FFF2-40B4-BE49-F238E27FC236}">
                <a16:creationId xmlns:a16="http://schemas.microsoft.com/office/drawing/2014/main" id="{7F28ABD6-85E9-BC30-479E-16F51A3E443F}"/>
              </a:ext>
            </a:extLst>
          </p:cNvPr>
          <p:cNvSpPr>
            <a:spLocks noGrp="1"/>
          </p:cNvSpPr>
          <p:nvPr>
            <p:ph type="ctrTitle"/>
          </p:nvPr>
        </p:nvSpPr>
        <p:spPr>
          <a:xfrm>
            <a:off x="1260764" y="887067"/>
            <a:ext cx="9670472" cy="1306285"/>
          </a:xfrm>
        </p:spPr>
        <p:txBody>
          <a:bodyPr>
            <a:normAutofit/>
          </a:bodyPr>
          <a:lstStyle/>
          <a:p>
            <a:r>
              <a:rPr lang="es-CO" sz="6600" b="1" dirty="0" err="1">
                <a:solidFill>
                  <a:srgbClr val="041C2C"/>
                </a:solidFill>
              </a:rPr>
              <a:t>Communication</a:t>
            </a:r>
            <a:endParaRPr lang="en-CO" sz="6600" b="1" dirty="0">
              <a:solidFill>
                <a:srgbClr val="041C2C"/>
              </a:solidFill>
              <a:latin typeface="Helvetica" pitchFamily="2" charset="0"/>
            </a:endParaRPr>
          </a:p>
        </p:txBody>
      </p:sp>
      <p:pic>
        <p:nvPicPr>
          <p:cNvPr id="21" name="Content Placeholder 4" descr="A white text on a black background&#10;&#10;Description automatically generated">
            <a:extLst>
              <a:ext uri="{FF2B5EF4-FFF2-40B4-BE49-F238E27FC236}">
                <a16:creationId xmlns:a16="http://schemas.microsoft.com/office/drawing/2014/main" id="{EA9D8CFC-D010-B250-1177-C1684FD21F9C}"/>
              </a:ext>
            </a:extLst>
          </p:cNvPr>
          <p:cNvPicPr>
            <a:picLocks noChangeAspect="1"/>
          </p:cNvPicPr>
          <p:nvPr/>
        </p:nvPicPr>
        <p:blipFill>
          <a:blip r:embed="rId4"/>
          <a:stretch>
            <a:fillRect/>
          </a:stretch>
        </p:blipFill>
        <p:spPr>
          <a:xfrm>
            <a:off x="770622" y="5343965"/>
            <a:ext cx="2857743" cy="1208285"/>
          </a:xfrm>
          <a:prstGeom prst="rect">
            <a:avLst/>
          </a:prstGeom>
        </p:spPr>
      </p:pic>
    </p:spTree>
    <p:extLst>
      <p:ext uri="{BB962C8B-B14F-4D97-AF65-F5344CB8AC3E}">
        <p14:creationId xmlns:p14="http://schemas.microsoft.com/office/powerpoint/2010/main" val="15458339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1E4AA-AF52-B660-A9AB-84EF52524C2F}"/>
              </a:ext>
            </a:extLst>
          </p:cNvPr>
          <p:cNvSpPr>
            <a:spLocks noGrp="1"/>
          </p:cNvSpPr>
          <p:nvPr>
            <p:ph type="title"/>
          </p:nvPr>
        </p:nvSpPr>
        <p:spPr>
          <a:xfrm>
            <a:off x="505691" y="89020"/>
            <a:ext cx="10515600" cy="1325563"/>
          </a:xfrm>
        </p:spPr>
        <p:txBody>
          <a:bodyPr/>
          <a:lstStyle/>
          <a:p>
            <a:r>
              <a:rPr lang="en-CO" b="1" dirty="0">
                <a:solidFill>
                  <a:srgbClr val="041C2C"/>
                </a:solidFill>
              </a:rPr>
              <a:t>Selling Arguments</a:t>
            </a:r>
          </a:p>
        </p:txBody>
      </p:sp>
      <p:pic>
        <p:nvPicPr>
          <p:cNvPr id="5" name="Content Placeholder 4" descr="A white text on a black background&#10;&#10;Description automatically generated">
            <a:extLst>
              <a:ext uri="{FF2B5EF4-FFF2-40B4-BE49-F238E27FC236}">
                <a16:creationId xmlns:a16="http://schemas.microsoft.com/office/drawing/2014/main" id="{5FB1C08A-88AD-6FF0-F600-5BEFCFD327B8}"/>
              </a:ext>
            </a:extLst>
          </p:cNvPr>
          <p:cNvPicPr>
            <a:picLocks noGrp="1" noChangeAspect="1"/>
          </p:cNvPicPr>
          <p:nvPr>
            <p:ph idx="1"/>
          </p:nvPr>
        </p:nvPicPr>
        <p:blipFill>
          <a:blip r:embed="rId2"/>
          <a:stretch>
            <a:fillRect/>
          </a:stretch>
        </p:blipFill>
        <p:spPr>
          <a:xfrm>
            <a:off x="37778" y="5827036"/>
            <a:ext cx="2857743" cy="1208285"/>
          </a:xfrm>
        </p:spPr>
      </p:pic>
      <p:sp>
        <p:nvSpPr>
          <p:cNvPr id="6" name="Rectangle 5">
            <a:extLst>
              <a:ext uri="{FF2B5EF4-FFF2-40B4-BE49-F238E27FC236}">
                <a16:creationId xmlns:a16="http://schemas.microsoft.com/office/drawing/2014/main" id="{E3642559-DD13-1BBB-1F82-0A45F9CD80E6}"/>
              </a:ext>
            </a:extLst>
          </p:cNvPr>
          <p:cNvSpPr/>
          <p:nvPr/>
        </p:nvSpPr>
        <p:spPr>
          <a:xfrm>
            <a:off x="0" y="1037690"/>
            <a:ext cx="3942735" cy="260168"/>
          </a:xfrm>
          <a:prstGeom prst="rect">
            <a:avLst/>
          </a:prstGeom>
          <a:solidFill>
            <a:srgbClr val="0085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O"/>
          </a:p>
        </p:txBody>
      </p:sp>
      <p:graphicFrame>
        <p:nvGraphicFramePr>
          <p:cNvPr id="7" name="Diagram 6">
            <a:extLst>
              <a:ext uri="{FF2B5EF4-FFF2-40B4-BE49-F238E27FC236}">
                <a16:creationId xmlns:a16="http://schemas.microsoft.com/office/drawing/2014/main" id="{F0C438C8-0013-BDC3-CA3F-C34FA06A9F69}"/>
              </a:ext>
            </a:extLst>
          </p:cNvPr>
          <p:cNvGraphicFramePr/>
          <p:nvPr>
            <p:extLst>
              <p:ext uri="{D42A27DB-BD31-4B8C-83A1-F6EECF244321}">
                <p14:modId xmlns:p14="http://schemas.microsoft.com/office/powerpoint/2010/main" val="347035185"/>
              </p:ext>
            </p:extLst>
          </p:nvPr>
        </p:nvGraphicFramePr>
        <p:xfrm>
          <a:off x="917417" y="1414583"/>
          <a:ext cx="10357165" cy="424731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393493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4C8491-B49A-98A0-B958-90E261387B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AF5BA4-94D8-91E5-C920-E5254E859261}"/>
              </a:ext>
            </a:extLst>
          </p:cNvPr>
          <p:cNvSpPr>
            <a:spLocks noGrp="1"/>
          </p:cNvSpPr>
          <p:nvPr>
            <p:ph type="title"/>
          </p:nvPr>
        </p:nvSpPr>
        <p:spPr>
          <a:xfrm>
            <a:off x="505691" y="89020"/>
            <a:ext cx="10515600" cy="1325563"/>
          </a:xfrm>
        </p:spPr>
        <p:txBody>
          <a:bodyPr/>
          <a:lstStyle/>
          <a:p>
            <a:r>
              <a:rPr lang="en-CO" b="1" dirty="0">
                <a:solidFill>
                  <a:srgbClr val="041C2C"/>
                </a:solidFill>
              </a:rPr>
              <a:t>Powerful Words and Phrases</a:t>
            </a:r>
          </a:p>
        </p:txBody>
      </p:sp>
      <p:pic>
        <p:nvPicPr>
          <p:cNvPr id="5" name="Content Placeholder 4" descr="A white text on a black background&#10;&#10;Description automatically generated">
            <a:extLst>
              <a:ext uri="{FF2B5EF4-FFF2-40B4-BE49-F238E27FC236}">
                <a16:creationId xmlns:a16="http://schemas.microsoft.com/office/drawing/2014/main" id="{7FBA5033-FBB3-5221-250D-2534F3AB2122}"/>
              </a:ext>
            </a:extLst>
          </p:cNvPr>
          <p:cNvPicPr>
            <a:picLocks noGrp="1" noChangeAspect="1"/>
          </p:cNvPicPr>
          <p:nvPr>
            <p:ph idx="1"/>
          </p:nvPr>
        </p:nvPicPr>
        <p:blipFill>
          <a:blip r:embed="rId2"/>
          <a:stretch>
            <a:fillRect/>
          </a:stretch>
        </p:blipFill>
        <p:spPr>
          <a:xfrm>
            <a:off x="37778" y="5827036"/>
            <a:ext cx="2857743" cy="1208285"/>
          </a:xfrm>
        </p:spPr>
      </p:pic>
      <p:sp>
        <p:nvSpPr>
          <p:cNvPr id="6" name="Rectangle 5">
            <a:extLst>
              <a:ext uri="{FF2B5EF4-FFF2-40B4-BE49-F238E27FC236}">
                <a16:creationId xmlns:a16="http://schemas.microsoft.com/office/drawing/2014/main" id="{61722A58-4CBE-11A3-FD1A-4196BA8264ED}"/>
              </a:ext>
            </a:extLst>
          </p:cNvPr>
          <p:cNvSpPr/>
          <p:nvPr/>
        </p:nvSpPr>
        <p:spPr>
          <a:xfrm>
            <a:off x="0" y="1037690"/>
            <a:ext cx="3942735" cy="260168"/>
          </a:xfrm>
          <a:prstGeom prst="rect">
            <a:avLst/>
          </a:prstGeom>
          <a:solidFill>
            <a:srgbClr val="0085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O"/>
          </a:p>
        </p:txBody>
      </p:sp>
      <p:graphicFrame>
        <p:nvGraphicFramePr>
          <p:cNvPr id="4" name="Diagram 3">
            <a:extLst>
              <a:ext uri="{FF2B5EF4-FFF2-40B4-BE49-F238E27FC236}">
                <a16:creationId xmlns:a16="http://schemas.microsoft.com/office/drawing/2014/main" id="{700B823B-C7A7-18ED-BD69-61D134E7C0D9}"/>
              </a:ext>
            </a:extLst>
          </p:cNvPr>
          <p:cNvGraphicFramePr/>
          <p:nvPr>
            <p:extLst>
              <p:ext uri="{D42A27DB-BD31-4B8C-83A1-F6EECF244321}">
                <p14:modId xmlns:p14="http://schemas.microsoft.com/office/powerpoint/2010/main" val="249453783"/>
              </p:ext>
            </p:extLst>
          </p:nvPr>
        </p:nvGraphicFramePr>
        <p:xfrm>
          <a:off x="1466649" y="1620570"/>
          <a:ext cx="9089680" cy="378434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899480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07399-E750-B1C8-1FB4-00BC436F1E2D}"/>
              </a:ext>
            </a:extLst>
          </p:cNvPr>
          <p:cNvSpPr>
            <a:spLocks noGrp="1"/>
          </p:cNvSpPr>
          <p:nvPr>
            <p:ph type="title"/>
          </p:nvPr>
        </p:nvSpPr>
        <p:spPr/>
        <p:txBody>
          <a:bodyPr/>
          <a:lstStyle/>
          <a:p>
            <a:r>
              <a:rPr lang="en-US" dirty="0"/>
              <a:t>30-Second Winning Commercial for Celerity Fiber</a:t>
            </a:r>
            <a:endParaRPr lang="en-CO" dirty="0"/>
          </a:p>
        </p:txBody>
      </p:sp>
      <p:pic>
        <p:nvPicPr>
          <p:cNvPr id="6" name="Content Placeholder 5" descr="A blue text on a black background&#10;&#10;Description automatically generated">
            <a:extLst>
              <a:ext uri="{FF2B5EF4-FFF2-40B4-BE49-F238E27FC236}">
                <a16:creationId xmlns:a16="http://schemas.microsoft.com/office/drawing/2014/main" id="{E0AE0180-1E18-ACB3-BA61-AF69451E1A11}"/>
              </a:ext>
            </a:extLst>
          </p:cNvPr>
          <p:cNvPicPr>
            <a:picLocks noGrp="1" noChangeAspect="1"/>
          </p:cNvPicPr>
          <p:nvPr>
            <p:ph sz="half" idx="1"/>
          </p:nvPr>
        </p:nvPicPr>
        <p:blipFill>
          <a:blip r:embed="rId2"/>
          <a:stretch>
            <a:fillRect/>
          </a:stretch>
        </p:blipFill>
        <p:spPr>
          <a:xfrm>
            <a:off x="9851923" y="5921594"/>
            <a:ext cx="2214716" cy="936406"/>
          </a:xfrm>
        </p:spPr>
      </p:pic>
      <p:graphicFrame>
        <p:nvGraphicFramePr>
          <p:cNvPr id="3" name="Content Placeholder 2">
            <a:extLst>
              <a:ext uri="{FF2B5EF4-FFF2-40B4-BE49-F238E27FC236}">
                <a16:creationId xmlns:a16="http://schemas.microsoft.com/office/drawing/2014/main" id="{221462C7-C769-D5E8-D530-82991A5249F1}"/>
              </a:ext>
            </a:extLst>
          </p:cNvPr>
          <p:cNvGraphicFramePr>
            <a:graphicFrameLocks noGrp="1"/>
          </p:cNvGraphicFramePr>
          <p:nvPr>
            <p:ph sz="half" idx="2"/>
            <p:extLst>
              <p:ext uri="{D42A27DB-BD31-4B8C-83A1-F6EECF244321}">
                <p14:modId xmlns:p14="http://schemas.microsoft.com/office/powerpoint/2010/main" val="700665795"/>
              </p:ext>
            </p:extLst>
          </p:nvPr>
        </p:nvGraphicFramePr>
        <p:xfrm>
          <a:off x="2267619" y="1805143"/>
          <a:ext cx="8345019" cy="39557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itle 1">
            <a:extLst>
              <a:ext uri="{FF2B5EF4-FFF2-40B4-BE49-F238E27FC236}">
                <a16:creationId xmlns:a16="http://schemas.microsoft.com/office/drawing/2014/main" id="{479C4175-F9AD-974D-6D5F-C23D7A132A58}"/>
              </a:ext>
            </a:extLst>
          </p:cNvPr>
          <p:cNvSpPr txBox="1">
            <a:spLocks/>
          </p:cNvSpPr>
          <p:nvPr/>
        </p:nvSpPr>
        <p:spPr>
          <a:xfrm rot="16200000">
            <a:off x="-1066723" y="5146450"/>
            <a:ext cx="2857744" cy="56535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CO" sz="2400">
                <a:solidFill>
                  <a:schemeClr val="bg1"/>
                </a:solidFill>
                <a:latin typeface="Helvetica" pitchFamily="2" charset="0"/>
              </a:rPr>
              <a:t>Department Name</a:t>
            </a:r>
          </a:p>
        </p:txBody>
      </p:sp>
      <p:sp>
        <p:nvSpPr>
          <p:cNvPr id="9" name="Content Placeholder 3">
            <a:extLst>
              <a:ext uri="{FF2B5EF4-FFF2-40B4-BE49-F238E27FC236}">
                <a16:creationId xmlns:a16="http://schemas.microsoft.com/office/drawing/2014/main" id="{9B98558B-45D8-E58F-F28E-9BC9FA59FFFA}"/>
              </a:ext>
            </a:extLst>
          </p:cNvPr>
          <p:cNvSpPr txBox="1">
            <a:spLocks/>
          </p:cNvSpPr>
          <p:nvPr/>
        </p:nvSpPr>
        <p:spPr>
          <a:xfrm>
            <a:off x="6349181" y="1933780"/>
            <a:ext cx="5181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Helvetica"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Helvetica"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Helvetica"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Helvetica"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Helvetica"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CO">
              <a:solidFill>
                <a:srgbClr val="041C2C"/>
              </a:solidFill>
            </a:endParaRPr>
          </a:p>
        </p:txBody>
      </p:sp>
    </p:spTree>
    <p:extLst>
      <p:ext uri="{BB962C8B-B14F-4D97-AF65-F5344CB8AC3E}">
        <p14:creationId xmlns:p14="http://schemas.microsoft.com/office/powerpoint/2010/main" val="29139269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430ADC-08CD-6F84-27ED-65E82F086B53}"/>
              </a:ext>
            </a:extLst>
          </p:cNvPr>
          <p:cNvSpPr>
            <a:spLocks noGrp="1"/>
          </p:cNvSpPr>
          <p:nvPr>
            <p:ph type="title"/>
          </p:nvPr>
        </p:nvSpPr>
        <p:spPr/>
        <p:txBody>
          <a:bodyPr/>
          <a:lstStyle/>
          <a:p>
            <a:r>
              <a:rPr lang="en-CO" dirty="0"/>
              <a:t>Core Selling Points for Different Audiences</a:t>
            </a:r>
          </a:p>
        </p:txBody>
      </p:sp>
      <p:pic>
        <p:nvPicPr>
          <p:cNvPr id="3" name="Content Placeholder 5" descr="A blue text on a black background&#10;&#10;Description automatically generated">
            <a:extLst>
              <a:ext uri="{FF2B5EF4-FFF2-40B4-BE49-F238E27FC236}">
                <a16:creationId xmlns:a16="http://schemas.microsoft.com/office/drawing/2014/main" id="{883259C5-45DB-B2D5-D8B7-70D197CDD29E}"/>
              </a:ext>
            </a:extLst>
          </p:cNvPr>
          <p:cNvPicPr>
            <a:picLocks noChangeAspect="1"/>
          </p:cNvPicPr>
          <p:nvPr/>
        </p:nvPicPr>
        <p:blipFill>
          <a:blip r:embed="rId2"/>
          <a:stretch>
            <a:fillRect/>
          </a:stretch>
        </p:blipFill>
        <p:spPr>
          <a:xfrm>
            <a:off x="0" y="6024672"/>
            <a:ext cx="2214716" cy="936406"/>
          </a:xfrm>
          <a:prstGeom prst="rect">
            <a:avLst/>
          </a:prstGeom>
        </p:spPr>
      </p:pic>
      <p:graphicFrame>
        <p:nvGraphicFramePr>
          <p:cNvPr id="6" name="Diagram 5">
            <a:extLst>
              <a:ext uri="{FF2B5EF4-FFF2-40B4-BE49-F238E27FC236}">
                <a16:creationId xmlns:a16="http://schemas.microsoft.com/office/drawing/2014/main" id="{50F76662-42AC-08FD-3861-8108795E80AA}"/>
              </a:ext>
            </a:extLst>
          </p:cNvPr>
          <p:cNvGraphicFramePr/>
          <p:nvPr>
            <p:extLst>
              <p:ext uri="{D42A27DB-BD31-4B8C-83A1-F6EECF244321}">
                <p14:modId xmlns:p14="http://schemas.microsoft.com/office/powerpoint/2010/main" val="3790698018"/>
              </p:ext>
            </p:extLst>
          </p:nvPr>
        </p:nvGraphicFramePr>
        <p:xfrm>
          <a:off x="505425" y="1661989"/>
          <a:ext cx="10468941" cy="402741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744435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ACEF7-0717-B93D-D16F-F3059E221A55}"/>
              </a:ext>
            </a:extLst>
          </p:cNvPr>
          <p:cNvSpPr txBox="1">
            <a:spLocks/>
          </p:cNvSpPr>
          <p:nvPr/>
        </p:nvSpPr>
        <p:spPr>
          <a:xfrm>
            <a:off x="1260764" y="2803600"/>
            <a:ext cx="9670472" cy="1250799"/>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Helvetica" pitchFamily="2" charset="0"/>
                <a:ea typeface="+mj-ea"/>
                <a:cs typeface="+mj-cs"/>
              </a:defRPr>
            </a:lvl1pPr>
          </a:lstStyle>
          <a:p>
            <a:pPr algn="ctr"/>
            <a:r>
              <a:rPr lang="en-CO" sz="7200" b="1">
                <a:solidFill>
                  <a:schemeClr val="bg1"/>
                </a:solidFill>
              </a:rPr>
              <a:t>Thank You</a:t>
            </a:r>
          </a:p>
        </p:txBody>
      </p:sp>
    </p:spTree>
    <p:extLst>
      <p:ext uri="{BB962C8B-B14F-4D97-AF65-F5344CB8AC3E}">
        <p14:creationId xmlns:p14="http://schemas.microsoft.com/office/powerpoint/2010/main" val="4635396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118</TotalTime>
  <Words>651</Words>
  <Application>Microsoft Office PowerPoint</Application>
  <PresentationFormat>Widescreen</PresentationFormat>
  <Paragraphs>35</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Helvetica</vt:lpstr>
      <vt:lpstr>Office Theme</vt:lpstr>
      <vt:lpstr>Communication</vt:lpstr>
      <vt:lpstr>Selling Arguments</vt:lpstr>
      <vt:lpstr>Powerful Words and Phrases</vt:lpstr>
      <vt:lpstr>30-Second Winning Commercial for Celerity Fiber</vt:lpstr>
      <vt:lpstr>Core Selling Points for Different Audiences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Carolina Lozano Henao</dc:creator>
  <cp:lastModifiedBy>Juan Jose Florez</cp:lastModifiedBy>
  <cp:revision>2</cp:revision>
  <dcterms:created xsi:type="dcterms:W3CDTF">2023-06-08T15:35:55Z</dcterms:created>
  <dcterms:modified xsi:type="dcterms:W3CDTF">2024-11-13T17:57:55Z</dcterms:modified>
</cp:coreProperties>
</file>