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59" r:id="rId3"/>
    <p:sldId id="263" r:id="rId4"/>
    <p:sldId id="260" r:id="rId5"/>
    <p:sldId id="264" r:id="rId6"/>
    <p:sldId id="268" r:id="rId7"/>
    <p:sldId id="265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e Florez" userId="dd1ceb10-4736-4ec6-a13d-e0c84de6c4b1" providerId="ADAL" clId="{39621ADE-1FCC-45D0-9A9C-01C0FCA9F679}"/>
    <pc:docChg chg="modSld">
      <pc:chgData name="Juan Jose Florez" userId="dd1ceb10-4736-4ec6-a13d-e0c84de6c4b1" providerId="ADAL" clId="{39621ADE-1FCC-45D0-9A9C-01C0FCA9F679}" dt="2026-08-05T21:55:07.269" v="0" actId="1076"/>
      <pc:docMkLst>
        <pc:docMk/>
      </pc:docMkLst>
      <pc:sldChg chg="modSp mod">
        <pc:chgData name="Juan Jose Florez" userId="dd1ceb10-4736-4ec6-a13d-e0c84de6c4b1" providerId="ADAL" clId="{39621ADE-1FCC-45D0-9A9C-01C0FCA9F679}" dt="2026-08-05T21:55:07.269" v="0" actId="1076"/>
        <pc:sldMkLst>
          <pc:docMk/>
          <pc:sldMk cId="2390926194" sldId="260"/>
        </pc:sldMkLst>
        <pc:spChg chg="mod">
          <ac:chgData name="Juan Jose Florez" userId="dd1ceb10-4736-4ec6-a13d-e0c84de6c4b1" providerId="ADAL" clId="{39621ADE-1FCC-45D0-9A9C-01C0FCA9F679}" dt="2026-08-05T21:55:07.269" v="0" actId="1076"/>
          <ac:spMkLst>
            <pc:docMk/>
            <pc:sldMk cId="2390926194" sldId="260"/>
            <ac:spMk id="2" creationId="{7578CD69-DE82-6596-1F7D-0E609C13FC4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8F3B63-F1EF-479A-B58A-63FD1DD021E7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33202B3-8B2C-429D-B95E-106E8AC8E93E}">
      <dgm:prSet/>
      <dgm:spPr/>
      <dgm:t>
        <a:bodyPr/>
        <a:lstStyle/>
        <a:p>
          <a:r>
            <a:rPr lang="en-US" b="1" dirty="0"/>
            <a:t>Role and Influence</a:t>
          </a:r>
          <a:r>
            <a:rPr lang="en-US" dirty="0"/>
            <a:t>: Developers often initiate and fund projects, focusing on creating high-value, scalable, and future-proofed properties that appeal to potential tenants and buyers.</a:t>
          </a:r>
        </a:p>
      </dgm:t>
    </dgm:pt>
    <dgm:pt modelId="{C37C5650-0CCB-494A-84BF-070B5E9AC9B9}" type="parTrans" cxnId="{5EB3AAD3-8BD4-4AC0-BB12-E9CEDBCEE5EC}">
      <dgm:prSet/>
      <dgm:spPr/>
      <dgm:t>
        <a:bodyPr/>
        <a:lstStyle/>
        <a:p>
          <a:endParaRPr lang="en-US"/>
        </a:p>
      </dgm:t>
    </dgm:pt>
    <dgm:pt modelId="{63D55ABF-C945-4DCB-B2A3-C9CF2B81D924}" type="sibTrans" cxnId="{5EB3AAD3-8BD4-4AC0-BB12-E9CEDBCEE5EC}">
      <dgm:prSet/>
      <dgm:spPr/>
      <dgm:t>
        <a:bodyPr/>
        <a:lstStyle/>
        <a:p>
          <a:endParaRPr lang="en-US"/>
        </a:p>
      </dgm:t>
    </dgm:pt>
    <dgm:pt modelId="{8E756E8B-77D7-472F-89E9-A3B01AB34AAE}">
      <dgm:prSet/>
      <dgm:spPr/>
      <dgm:t>
        <a:bodyPr/>
        <a:lstStyle/>
        <a:p>
          <a:r>
            <a:rPr lang="en-US" b="1"/>
            <a:t>Key Drivers</a:t>
          </a:r>
          <a:r>
            <a:rPr lang="en-US"/>
            <a:t>:</a:t>
          </a:r>
        </a:p>
      </dgm:t>
    </dgm:pt>
    <dgm:pt modelId="{F0DD7E96-193C-499B-AB1D-BDB0B67B5D20}" type="parTrans" cxnId="{CC24B135-B424-4545-ABF6-36781F379282}">
      <dgm:prSet/>
      <dgm:spPr/>
      <dgm:t>
        <a:bodyPr/>
        <a:lstStyle/>
        <a:p>
          <a:endParaRPr lang="en-US"/>
        </a:p>
      </dgm:t>
    </dgm:pt>
    <dgm:pt modelId="{C9143805-53A2-4FE7-A3DF-83484AF92485}" type="sibTrans" cxnId="{CC24B135-B424-4545-ABF6-36781F379282}">
      <dgm:prSet/>
      <dgm:spPr/>
      <dgm:t>
        <a:bodyPr/>
        <a:lstStyle/>
        <a:p>
          <a:endParaRPr lang="en-US"/>
        </a:p>
      </dgm:t>
    </dgm:pt>
    <dgm:pt modelId="{6BA5ABB4-9939-4378-BE96-4CB4CD2C444E}">
      <dgm:prSet/>
      <dgm:spPr/>
      <dgm:t>
        <a:bodyPr/>
        <a:lstStyle/>
        <a:p>
          <a:r>
            <a:rPr lang="en-US" b="1"/>
            <a:t>Future-Proofing</a:t>
          </a:r>
          <a:r>
            <a:rPr lang="en-US"/>
            <a:t>: Developers want solutions that add long-term value and are equipped to handle high-speed internet demands.</a:t>
          </a:r>
        </a:p>
      </dgm:t>
    </dgm:pt>
    <dgm:pt modelId="{00227755-6DB8-40FE-B6FF-CDD305944649}" type="parTrans" cxnId="{AA50BAC1-E505-4A3B-8DA4-93A3F6E16C79}">
      <dgm:prSet/>
      <dgm:spPr/>
      <dgm:t>
        <a:bodyPr/>
        <a:lstStyle/>
        <a:p>
          <a:endParaRPr lang="en-US"/>
        </a:p>
      </dgm:t>
    </dgm:pt>
    <dgm:pt modelId="{EB80DC55-143F-491E-A1B1-40265E99B8D9}" type="sibTrans" cxnId="{AA50BAC1-E505-4A3B-8DA4-93A3F6E16C79}">
      <dgm:prSet/>
      <dgm:spPr/>
      <dgm:t>
        <a:bodyPr/>
        <a:lstStyle/>
        <a:p>
          <a:endParaRPr lang="en-US"/>
        </a:p>
      </dgm:t>
    </dgm:pt>
    <dgm:pt modelId="{02F044AC-E639-4A8D-9F2D-D4F4AD00FD27}">
      <dgm:prSet/>
      <dgm:spPr/>
      <dgm:t>
        <a:bodyPr/>
        <a:lstStyle/>
        <a:p>
          <a:r>
            <a:rPr lang="en-US" b="1" dirty="0"/>
            <a:t>Cost-Efficiency</a:t>
          </a:r>
          <a:r>
            <a:rPr lang="en-US" dirty="0"/>
            <a:t>: They look for service providers who offer reliable, scalable solutions that minimize installation hassle and align with project budgets.</a:t>
          </a:r>
        </a:p>
      </dgm:t>
    </dgm:pt>
    <dgm:pt modelId="{9BCF8C5D-B457-4AF3-A62F-F6B95ABE1D64}" type="parTrans" cxnId="{4AAEE1BE-C172-49B1-BF55-CAF568B566EF}">
      <dgm:prSet/>
      <dgm:spPr/>
      <dgm:t>
        <a:bodyPr/>
        <a:lstStyle/>
        <a:p>
          <a:endParaRPr lang="en-US"/>
        </a:p>
      </dgm:t>
    </dgm:pt>
    <dgm:pt modelId="{65579E5D-33DA-4BAE-BA4C-2F60A8C41C1E}" type="sibTrans" cxnId="{4AAEE1BE-C172-49B1-BF55-CAF568B566EF}">
      <dgm:prSet/>
      <dgm:spPr/>
      <dgm:t>
        <a:bodyPr/>
        <a:lstStyle/>
        <a:p>
          <a:endParaRPr lang="en-US"/>
        </a:p>
      </dgm:t>
    </dgm:pt>
    <dgm:pt modelId="{CF0ECBA2-F22F-450D-BE36-AE0FA656553F}">
      <dgm:prSet/>
      <dgm:spPr/>
      <dgm:t>
        <a:bodyPr/>
        <a:lstStyle/>
        <a:p>
          <a:r>
            <a:rPr lang="en-US" b="1"/>
            <a:t>Competitive Edge</a:t>
          </a:r>
          <a:r>
            <a:rPr lang="en-US"/>
            <a:t>: They seek amenities, like high-speed fiber, that enhance property value and attract tenants.</a:t>
          </a:r>
        </a:p>
      </dgm:t>
    </dgm:pt>
    <dgm:pt modelId="{52A03B8A-EF1D-4257-92E3-4B2429B7679D}" type="parTrans" cxnId="{AB5BC1C9-578F-4940-91D3-581CD6B2E96E}">
      <dgm:prSet/>
      <dgm:spPr/>
      <dgm:t>
        <a:bodyPr/>
        <a:lstStyle/>
        <a:p>
          <a:endParaRPr lang="en-US"/>
        </a:p>
      </dgm:t>
    </dgm:pt>
    <dgm:pt modelId="{E5EE59C0-4B81-4B85-BB3F-749C6529AED6}" type="sibTrans" cxnId="{AB5BC1C9-578F-4940-91D3-581CD6B2E96E}">
      <dgm:prSet/>
      <dgm:spPr/>
      <dgm:t>
        <a:bodyPr/>
        <a:lstStyle/>
        <a:p>
          <a:endParaRPr lang="en-US"/>
        </a:p>
      </dgm:t>
    </dgm:pt>
    <dgm:pt modelId="{DED5C125-C68F-4027-975A-400C6C69B3FD}">
      <dgm:prSet/>
      <dgm:spPr/>
      <dgm:t>
        <a:bodyPr/>
        <a:lstStyle/>
        <a:p>
          <a:r>
            <a:rPr lang="en-US" b="1"/>
            <a:t>Pain Points</a:t>
          </a:r>
          <a:r>
            <a:rPr lang="en-US"/>
            <a:t>:</a:t>
          </a:r>
        </a:p>
      </dgm:t>
    </dgm:pt>
    <dgm:pt modelId="{99393868-ED5F-470A-9053-4B2545751E81}" type="parTrans" cxnId="{3977D863-A9E9-40D8-B9B5-BBC467737008}">
      <dgm:prSet/>
      <dgm:spPr/>
      <dgm:t>
        <a:bodyPr/>
        <a:lstStyle/>
        <a:p>
          <a:endParaRPr lang="en-US"/>
        </a:p>
      </dgm:t>
    </dgm:pt>
    <dgm:pt modelId="{5ED3A286-7BB9-48F9-87DF-C7E36A45CCDA}" type="sibTrans" cxnId="{3977D863-A9E9-40D8-B9B5-BBC467737008}">
      <dgm:prSet/>
      <dgm:spPr/>
      <dgm:t>
        <a:bodyPr/>
        <a:lstStyle/>
        <a:p>
          <a:endParaRPr lang="en-US"/>
        </a:p>
      </dgm:t>
    </dgm:pt>
    <dgm:pt modelId="{43178297-D4E5-45E3-8F1D-C6FBCA4DA17A}">
      <dgm:prSet/>
      <dgm:spPr/>
      <dgm:t>
        <a:bodyPr/>
        <a:lstStyle/>
        <a:p>
          <a:r>
            <a:rPr lang="en-US" b="1"/>
            <a:t>Complex Installations</a:t>
          </a:r>
          <a:r>
            <a:rPr lang="en-US"/>
            <a:t>: Concerns about time and disruption involved in setting up fiber infrastructure.</a:t>
          </a:r>
        </a:p>
      </dgm:t>
    </dgm:pt>
    <dgm:pt modelId="{98BD5E2F-279F-474F-A0BC-BFF5F6F61844}" type="parTrans" cxnId="{93789009-D115-4D76-8845-14253C2723A4}">
      <dgm:prSet/>
      <dgm:spPr/>
      <dgm:t>
        <a:bodyPr/>
        <a:lstStyle/>
        <a:p>
          <a:endParaRPr lang="en-US"/>
        </a:p>
      </dgm:t>
    </dgm:pt>
    <dgm:pt modelId="{C85DFE77-D6BE-4F1D-96C9-B38C33BC43DD}" type="sibTrans" cxnId="{93789009-D115-4D76-8845-14253C2723A4}">
      <dgm:prSet/>
      <dgm:spPr/>
      <dgm:t>
        <a:bodyPr/>
        <a:lstStyle/>
        <a:p>
          <a:endParaRPr lang="en-US"/>
        </a:p>
      </dgm:t>
    </dgm:pt>
    <dgm:pt modelId="{D0DEF167-25CC-4393-8D54-36C1B224D6F4}">
      <dgm:prSet/>
      <dgm:spPr/>
      <dgm:t>
        <a:bodyPr/>
        <a:lstStyle/>
        <a:p>
          <a:r>
            <a:rPr lang="en-US" b="1"/>
            <a:t>Long-Term ROI</a:t>
          </a:r>
          <a:r>
            <a:rPr lang="en-US"/>
            <a:t>: Seeking clear proof of how high-speed fiber impacts property value over time.</a:t>
          </a:r>
        </a:p>
      </dgm:t>
    </dgm:pt>
    <dgm:pt modelId="{2041C62A-5149-488D-86A3-072521B6D5C8}" type="parTrans" cxnId="{8D902F26-2D47-460E-B443-64AF7201773A}">
      <dgm:prSet/>
      <dgm:spPr/>
      <dgm:t>
        <a:bodyPr/>
        <a:lstStyle/>
        <a:p>
          <a:endParaRPr lang="en-US"/>
        </a:p>
      </dgm:t>
    </dgm:pt>
    <dgm:pt modelId="{4C453AFE-0C9C-4029-92DE-64A13DD942FE}" type="sibTrans" cxnId="{8D902F26-2D47-460E-B443-64AF7201773A}">
      <dgm:prSet/>
      <dgm:spPr/>
      <dgm:t>
        <a:bodyPr/>
        <a:lstStyle/>
        <a:p>
          <a:endParaRPr lang="en-US"/>
        </a:p>
      </dgm:t>
    </dgm:pt>
    <dgm:pt modelId="{9AE4EEF2-D95E-4292-B81D-8AEC9E077C29}">
      <dgm:prSet/>
      <dgm:spPr/>
      <dgm:t>
        <a:bodyPr/>
        <a:lstStyle/>
        <a:p>
          <a:r>
            <a:rPr lang="en-US" b="1"/>
            <a:t>Messaging Approach</a:t>
          </a:r>
          <a:r>
            <a:rPr lang="en-US"/>
            <a:t>:</a:t>
          </a:r>
        </a:p>
      </dgm:t>
    </dgm:pt>
    <dgm:pt modelId="{3BA304BA-DF6A-4328-870E-F408E316EF5C}" type="parTrans" cxnId="{8F31B17C-EAC2-48B1-80FF-7CF498EBD313}">
      <dgm:prSet/>
      <dgm:spPr/>
      <dgm:t>
        <a:bodyPr/>
        <a:lstStyle/>
        <a:p>
          <a:endParaRPr lang="en-US"/>
        </a:p>
      </dgm:t>
    </dgm:pt>
    <dgm:pt modelId="{55F1CA77-37CF-4DED-A857-1E3C1D67C344}" type="sibTrans" cxnId="{8F31B17C-EAC2-48B1-80FF-7CF498EBD313}">
      <dgm:prSet/>
      <dgm:spPr/>
      <dgm:t>
        <a:bodyPr/>
        <a:lstStyle/>
        <a:p>
          <a:endParaRPr lang="en-US"/>
        </a:p>
      </dgm:t>
    </dgm:pt>
    <dgm:pt modelId="{471606CA-D70A-4A1D-B03D-933D9143638E}">
      <dgm:prSet/>
      <dgm:spPr/>
      <dgm:t>
        <a:bodyPr/>
        <a:lstStyle/>
        <a:p>
          <a:r>
            <a:rPr lang="en-US" b="1" dirty="0"/>
            <a:t>Value-Driven Content</a:t>
          </a:r>
          <a:r>
            <a:rPr lang="en-US" dirty="0"/>
            <a:t>: Case studies showing ROI, e-books on “Boosting Property Value with Fiber,” and testimonials from high-end MDUs.</a:t>
          </a:r>
        </a:p>
      </dgm:t>
    </dgm:pt>
    <dgm:pt modelId="{60FC75E9-C615-47EA-A6EA-0E635FC29F19}" type="parTrans" cxnId="{CD983729-5A87-4E48-B80A-BD2E466F18A5}">
      <dgm:prSet/>
      <dgm:spPr/>
      <dgm:t>
        <a:bodyPr/>
        <a:lstStyle/>
        <a:p>
          <a:endParaRPr lang="en-US"/>
        </a:p>
      </dgm:t>
    </dgm:pt>
    <dgm:pt modelId="{775C01CF-6B5E-48E8-BFEC-E05EF6CBFA2A}" type="sibTrans" cxnId="{CD983729-5A87-4E48-B80A-BD2E466F18A5}">
      <dgm:prSet/>
      <dgm:spPr/>
      <dgm:t>
        <a:bodyPr/>
        <a:lstStyle/>
        <a:p>
          <a:endParaRPr lang="en-US"/>
        </a:p>
      </dgm:t>
    </dgm:pt>
    <dgm:pt modelId="{EF1A1656-6F4A-4543-8C67-5747A6F2754E}">
      <dgm:prSet/>
      <dgm:spPr/>
      <dgm:t>
        <a:bodyPr/>
        <a:lstStyle/>
        <a:p>
          <a:r>
            <a:rPr lang="en-US" b="1"/>
            <a:t>Personalized Outreach</a:t>
          </a:r>
          <a:r>
            <a:rPr lang="en-US"/>
            <a:t>: Targeted LinkedIn ads and emails offering resources on future-proofing infrastructure with fiber solutions.</a:t>
          </a:r>
        </a:p>
      </dgm:t>
    </dgm:pt>
    <dgm:pt modelId="{C4D6FA6B-D092-4C98-8E1E-17D10C0AC88A}" type="parTrans" cxnId="{563F6B5A-E2DF-4316-8D75-BA9A75E2DC75}">
      <dgm:prSet/>
      <dgm:spPr/>
      <dgm:t>
        <a:bodyPr/>
        <a:lstStyle/>
        <a:p>
          <a:endParaRPr lang="en-US"/>
        </a:p>
      </dgm:t>
    </dgm:pt>
    <dgm:pt modelId="{527984E7-9554-4E69-9955-F423D15FEBCA}" type="sibTrans" cxnId="{563F6B5A-E2DF-4316-8D75-BA9A75E2DC75}">
      <dgm:prSet/>
      <dgm:spPr/>
      <dgm:t>
        <a:bodyPr/>
        <a:lstStyle/>
        <a:p>
          <a:endParaRPr lang="en-US"/>
        </a:p>
      </dgm:t>
    </dgm:pt>
    <dgm:pt modelId="{C3F0C5C9-EDEF-497E-B9AC-5DA83572AD0B}" type="pres">
      <dgm:prSet presAssocID="{EB8F3B63-F1EF-479A-B58A-63FD1DD021E7}" presName="Name0" presStyleCnt="0">
        <dgm:presLayoutVars>
          <dgm:dir/>
          <dgm:animLvl val="lvl"/>
          <dgm:resizeHandles val="exact"/>
        </dgm:presLayoutVars>
      </dgm:prSet>
      <dgm:spPr/>
    </dgm:pt>
    <dgm:pt modelId="{1F4663DA-8995-4039-A98A-F03F15F25F92}" type="pres">
      <dgm:prSet presAssocID="{9AE4EEF2-D95E-4292-B81D-8AEC9E077C29}" presName="boxAndChildren" presStyleCnt="0"/>
      <dgm:spPr/>
    </dgm:pt>
    <dgm:pt modelId="{60D055CC-AE83-46E1-9EF6-200A28A823CC}" type="pres">
      <dgm:prSet presAssocID="{9AE4EEF2-D95E-4292-B81D-8AEC9E077C29}" presName="parentTextBox" presStyleLbl="node1" presStyleIdx="0" presStyleCnt="4"/>
      <dgm:spPr/>
    </dgm:pt>
    <dgm:pt modelId="{D5E444D3-A9AC-46F8-920A-93093749370C}" type="pres">
      <dgm:prSet presAssocID="{9AE4EEF2-D95E-4292-B81D-8AEC9E077C29}" presName="entireBox" presStyleLbl="node1" presStyleIdx="0" presStyleCnt="4"/>
      <dgm:spPr/>
    </dgm:pt>
    <dgm:pt modelId="{D75CCF8E-21AE-45FC-AB40-E10B1E94E45F}" type="pres">
      <dgm:prSet presAssocID="{9AE4EEF2-D95E-4292-B81D-8AEC9E077C29}" presName="descendantBox" presStyleCnt="0"/>
      <dgm:spPr/>
    </dgm:pt>
    <dgm:pt modelId="{53735555-F239-4085-9488-F3661805D05C}" type="pres">
      <dgm:prSet presAssocID="{471606CA-D70A-4A1D-B03D-933D9143638E}" presName="childTextBox" presStyleLbl="fgAccFollowNode1" presStyleIdx="0" presStyleCnt="7">
        <dgm:presLayoutVars>
          <dgm:bulletEnabled val="1"/>
        </dgm:presLayoutVars>
      </dgm:prSet>
      <dgm:spPr/>
    </dgm:pt>
    <dgm:pt modelId="{1515039D-3D40-4654-B861-A5E2A51CBE32}" type="pres">
      <dgm:prSet presAssocID="{EF1A1656-6F4A-4543-8C67-5747A6F2754E}" presName="childTextBox" presStyleLbl="fgAccFollowNode1" presStyleIdx="1" presStyleCnt="7">
        <dgm:presLayoutVars>
          <dgm:bulletEnabled val="1"/>
        </dgm:presLayoutVars>
      </dgm:prSet>
      <dgm:spPr/>
    </dgm:pt>
    <dgm:pt modelId="{9CE7058B-E97B-4E2E-8942-27847D83B939}" type="pres">
      <dgm:prSet presAssocID="{5ED3A286-7BB9-48F9-87DF-C7E36A45CCDA}" presName="sp" presStyleCnt="0"/>
      <dgm:spPr/>
    </dgm:pt>
    <dgm:pt modelId="{407938FB-9B32-4110-A5C4-CC27597D1035}" type="pres">
      <dgm:prSet presAssocID="{DED5C125-C68F-4027-975A-400C6C69B3FD}" presName="arrowAndChildren" presStyleCnt="0"/>
      <dgm:spPr/>
    </dgm:pt>
    <dgm:pt modelId="{AB11D7A6-BF91-4D7C-A747-E843988AE351}" type="pres">
      <dgm:prSet presAssocID="{DED5C125-C68F-4027-975A-400C6C69B3FD}" presName="parentTextArrow" presStyleLbl="node1" presStyleIdx="0" presStyleCnt="4"/>
      <dgm:spPr/>
    </dgm:pt>
    <dgm:pt modelId="{D41A5609-4963-448B-960B-4EBB74369038}" type="pres">
      <dgm:prSet presAssocID="{DED5C125-C68F-4027-975A-400C6C69B3FD}" presName="arrow" presStyleLbl="node1" presStyleIdx="1" presStyleCnt="4"/>
      <dgm:spPr/>
    </dgm:pt>
    <dgm:pt modelId="{88DCB546-93FB-43A5-9D1C-18DDA20F4110}" type="pres">
      <dgm:prSet presAssocID="{DED5C125-C68F-4027-975A-400C6C69B3FD}" presName="descendantArrow" presStyleCnt="0"/>
      <dgm:spPr/>
    </dgm:pt>
    <dgm:pt modelId="{B9169085-C40E-4FD8-AAB9-1BDEF1A6E4DA}" type="pres">
      <dgm:prSet presAssocID="{43178297-D4E5-45E3-8F1D-C6FBCA4DA17A}" presName="childTextArrow" presStyleLbl="fgAccFollowNode1" presStyleIdx="2" presStyleCnt="7">
        <dgm:presLayoutVars>
          <dgm:bulletEnabled val="1"/>
        </dgm:presLayoutVars>
      </dgm:prSet>
      <dgm:spPr/>
    </dgm:pt>
    <dgm:pt modelId="{9C90400F-6450-42C4-ABEC-398959209EA6}" type="pres">
      <dgm:prSet presAssocID="{D0DEF167-25CC-4393-8D54-36C1B224D6F4}" presName="childTextArrow" presStyleLbl="fgAccFollowNode1" presStyleIdx="3" presStyleCnt="7">
        <dgm:presLayoutVars>
          <dgm:bulletEnabled val="1"/>
        </dgm:presLayoutVars>
      </dgm:prSet>
      <dgm:spPr/>
    </dgm:pt>
    <dgm:pt modelId="{8B613271-F255-4B4A-8480-705423C0440A}" type="pres">
      <dgm:prSet presAssocID="{C9143805-53A2-4FE7-A3DF-83484AF92485}" presName="sp" presStyleCnt="0"/>
      <dgm:spPr/>
    </dgm:pt>
    <dgm:pt modelId="{81289F94-BF8B-4C55-AB52-79537CFAA32C}" type="pres">
      <dgm:prSet presAssocID="{8E756E8B-77D7-472F-89E9-A3B01AB34AAE}" presName="arrowAndChildren" presStyleCnt="0"/>
      <dgm:spPr/>
    </dgm:pt>
    <dgm:pt modelId="{8E66A3EC-52A7-4743-9E8E-EE3ED959746E}" type="pres">
      <dgm:prSet presAssocID="{8E756E8B-77D7-472F-89E9-A3B01AB34AAE}" presName="parentTextArrow" presStyleLbl="node1" presStyleIdx="1" presStyleCnt="4"/>
      <dgm:spPr/>
    </dgm:pt>
    <dgm:pt modelId="{CD4F4413-4E89-4ED5-8B6F-95FED29896EF}" type="pres">
      <dgm:prSet presAssocID="{8E756E8B-77D7-472F-89E9-A3B01AB34AAE}" presName="arrow" presStyleLbl="node1" presStyleIdx="2" presStyleCnt="4"/>
      <dgm:spPr/>
    </dgm:pt>
    <dgm:pt modelId="{770B8B97-5D6E-478E-8459-2D971F5DC073}" type="pres">
      <dgm:prSet presAssocID="{8E756E8B-77D7-472F-89E9-A3B01AB34AAE}" presName="descendantArrow" presStyleCnt="0"/>
      <dgm:spPr/>
    </dgm:pt>
    <dgm:pt modelId="{5BD9555F-0A70-4F94-9FF2-500D93EC9BD5}" type="pres">
      <dgm:prSet presAssocID="{6BA5ABB4-9939-4378-BE96-4CB4CD2C444E}" presName="childTextArrow" presStyleLbl="fgAccFollowNode1" presStyleIdx="4" presStyleCnt="7">
        <dgm:presLayoutVars>
          <dgm:bulletEnabled val="1"/>
        </dgm:presLayoutVars>
      </dgm:prSet>
      <dgm:spPr/>
    </dgm:pt>
    <dgm:pt modelId="{9C1F8D27-9879-494A-A536-5D147F74F9DF}" type="pres">
      <dgm:prSet presAssocID="{02F044AC-E639-4A8D-9F2D-D4F4AD00FD27}" presName="childTextArrow" presStyleLbl="fgAccFollowNode1" presStyleIdx="5" presStyleCnt="7">
        <dgm:presLayoutVars>
          <dgm:bulletEnabled val="1"/>
        </dgm:presLayoutVars>
      </dgm:prSet>
      <dgm:spPr/>
    </dgm:pt>
    <dgm:pt modelId="{0AC11008-B815-4562-B1F8-3224D23EDCA9}" type="pres">
      <dgm:prSet presAssocID="{CF0ECBA2-F22F-450D-BE36-AE0FA656553F}" presName="childTextArrow" presStyleLbl="fgAccFollowNode1" presStyleIdx="6" presStyleCnt="7">
        <dgm:presLayoutVars>
          <dgm:bulletEnabled val="1"/>
        </dgm:presLayoutVars>
      </dgm:prSet>
      <dgm:spPr/>
    </dgm:pt>
    <dgm:pt modelId="{B08C9D5B-5280-41A2-9132-4F9DB256D441}" type="pres">
      <dgm:prSet presAssocID="{63D55ABF-C945-4DCB-B2A3-C9CF2B81D924}" presName="sp" presStyleCnt="0"/>
      <dgm:spPr/>
    </dgm:pt>
    <dgm:pt modelId="{0D258E47-296C-47B1-BC73-DF2FB2CDE294}" type="pres">
      <dgm:prSet presAssocID="{333202B3-8B2C-429D-B95E-106E8AC8E93E}" presName="arrowAndChildren" presStyleCnt="0"/>
      <dgm:spPr/>
    </dgm:pt>
    <dgm:pt modelId="{4982EE1F-9B8C-42A8-AB77-4440CA9FC2A2}" type="pres">
      <dgm:prSet presAssocID="{333202B3-8B2C-429D-B95E-106E8AC8E93E}" presName="parentTextArrow" presStyleLbl="node1" presStyleIdx="3" presStyleCnt="4"/>
      <dgm:spPr/>
    </dgm:pt>
  </dgm:ptLst>
  <dgm:cxnLst>
    <dgm:cxn modelId="{93789009-D115-4D76-8845-14253C2723A4}" srcId="{DED5C125-C68F-4027-975A-400C6C69B3FD}" destId="{43178297-D4E5-45E3-8F1D-C6FBCA4DA17A}" srcOrd="0" destOrd="0" parTransId="{98BD5E2F-279F-474F-A0BC-BFF5F6F61844}" sibTransId="{C85DFE77-D6BE-4F1D-96C9-B38C33BC43DD}"/>
    <dgm:cxn modelId="{398A7417-6D13-4C1C-805A-5E60F223B308}" type="presOf" srcId="{D0DEF167-25CC-4393-8D54-36C1B224D6F4}" destId="{9C90400F-6450-42C4-ABEC-398959209EA6}" srcOrd="0" destOrd="0" presId="urn:microsoft.com/office/officeart/2005/8/layout/process4"/>
    <dgm:cxn modelId="{1DDD0121-DDD1-490E-8506-F0FA91DDB37B}" type="presOf" srcId="{DED5C125-C68F-4027-975A-400C6C69B3FD}" destId="{D41A5609-4963-448B-960B-4EBB74369038}" srcOrd="1" destOrd="0" presId="urn:microsoft.com/office/officeart/2005/8/layout/process4"/>
    <dgm:cxn modelId="{8D902F26-2D47-460E-B443-64AF7201773A}" srcId="{DED5C125-C68F-4027-975A-400C6C69B3FD}" destId="{D0DEF167-25CC-4393-8D54-36C1B224D6F4}" srcOrd="1" destOrd="0" parTransId="{2041C62A-5149-488D-86A3-072521B6D5C8}" sibTransId="{4C453AFE-0C9C-4029-92DE-64A13DD942FE}"/>
    <dgm:cxn modelId="{CD983729-5A87-4E48-B80A-BD2E466F18A5}" srcId="{9AE4EEF2-D95E-4292-B81D-8AEC9E077C29}" destId="{471606CA-D70A-4A1D-B03D-933D9143638E}" srcOrd="0" destOrd="0" parTransId="{60FC75E9-C615-47EA-A6EA-0E635FC29F19}" sibTransId="{775C01CF-6B5E-48E8-BFEC-E05EF6CBFA2A}"/>
    <dgm:cxn modelId="{EA71772D-99B0-4A1B-8587-4D81F9CEF059}" type="presOf" srcId="{EB8F3B63-F1EF-479A-B58A-63FD1DD021E7}" destId="{C3F0C5C9-EDEF-497E-B9AC-5DA83572AD0B}" srcOrd="0" destOrd="0" presId="urn:microsoft.com/office/officeart/2005/8/layout/process4"/>
    <dgm:cxn modelId="{CC24B135-B424-4545-ABF6-36781F379282}" srcId="{EB8F3B63-F1EF-479A-B58A-63FD1DD021E7}" destId="{8E756E8B-77D7-472F-89E9-A3B01AB34AAE}" srcOrd="1" destOrd="0" parTransId="{F0DD7E96-193C-499B-AB1D-BDB0B67B5D20}" sibTransId="{C9143805-53A2-4FE7-A3DF-83484AF92485}"/>
    <dgm:cxn modelId="{3977D863-A9E9-40D8-B9B5-BBC467737008}" srcId="{EB8F3B63-F1EF-479A-B58A-63FD1DD021E7}" destId="{DED5C125-C68F-4027-975A-400C6C69B3FD}" srcOrd="2" destOrd="0" parTransId="{99393868-ED5F-470A-9053-4B2545751E81}" sibTransId="{5ED3A286-7BB9-48F9-87DF-C7E36A45CCDA}"/>
    <dgm:cxn modelId="{3007E277-2C5C-4C41-A39D-5291B3706E68}" type="presOf" srcId="{6BA5ABB4-9939-4378-BE96-4CB4CD2C444E}" destId="{5BD9555F-0A70-4F94-9FF2-500D93EC9BD5}" srcOrd="0" destOrd="0" presId="urn:microsoft.com/office/officeart/2005/8/layout/process4"/>
    <dgm:cxn modelId="{563F6B5A-E2DF-4316-8D75-BA9A75E2DC75}" srcId="{9AE4EEF2-D95E-4292-B81D-8AEC9E077C29}" destId="{EF1A1656-6F4A-4543-8C67-5747A6F2754E}" srcOrd="1" destOrd="0" parTransId="{C4D6FA6B-D092-4C98-8E1E-17D10C0AC88A}" sibTransId="{527984E7-9554-4E69-9955-F423D15FEBCA}"/>
    <dgm:cxn modelId="{8F31B17C-EAC2-48B1-80FF-7CF498EBD313}" srcId="{EB8F3B63-F1EF-479A-B58A-63FD1DD021E7}" destId="{9AE4EEF2-D95E-4292-B81D-8AEC9E077C29}" srcOrd="3" destOrd="0" parTransId="{3BA304BA-DF6A-4328-870E-F408E316EF5C}" sibTransId="{55F1CA77-37CF-4DED-A857-1E3C1D67C344}"/>
    <dgm:cxn modelId="{6E7C2B81-BFDF-450B-8BD6-2A17D4ABB49A}" type="presOf" srcId="{471606CA-D70A-4A1D-B03D-933D9143638E}" destId="{53735555-F239-4085-9488-F3661805D05C}" srcOrd="0" destOrd="0" presId="urn:microsoft.com/office/officeart/2005/8/layout/process4"/>
    <dgm:cxn modelId="{26C87587-D8F7-4BDD-B432-CBE367A38652}" type="presOf" srcId="{43178297-D4E5-45E3-8F1D-C6FBCA4DA17A}" destId="{B9169085-C40E-4FD8-AAB9-1BDEF1A6E4DA}" srcOrd="0" destOrd="0" presId="urn:microsoft.com/office/officeart/2005/8/layout/process4"/>
    <dgm:cxn modelId="{C7C53D98-E136-4190-AAF8-0EBA371E108F}" type="presOf" srcId="{CF0ECBA2-F22F-450D-BE36-AE0FA656553F}" destId="{0AC11008-B815-4562-B1F8-3224D23EDCA9}" srcOrd="0" destOrd="0" presId="urn:microsoft.com/office/officeart/2005/8/layout/process4"/>
    <dgm:cxn modelId="{D50DF7A0-7CF2-47BD-998A-CB6A3CB524B6}" type="presOf" srcId="{8E756E8B-77D7-472F-89E9-A3B01AB34AAE}" destId="{CD4F4413-4E89-4ED5-8B6F-95FED29896EF}" srcOrd="1" destOrd="0" presId="urn:microsoft.com/office/officeart/2005/8/layout/process4"/>
    <dgm:cxn modelId="{78A27DA1-FFD2-4988-B36B-175BFAA00B20}" type="presOf" srcId="{9AE4EEF2-D95E-4292-B81D-8AEC9E077C29}" destId="{60D055CC-AE83-46E1-9EF6-200A28A823CC}" srcOrd="0" destOrd="0" presId="urn:microsoft.com/office/officeart/2005/8/layout/process4"/>
    <dgm:cxn modelId="{4AAEE1BE-C172-49B1-BF55-CAF568B566EF}" srcId="{8E756E8B-77D7-472F-89E9-A3B01AB34AAE}" destId="{02F044AC-E639-4A8D-9F2D-D4F4AD00FD27}" srcOrd="1" destOrd="0" parTransId="{9BCF8C5D-B457-4AF3-A62F-F6B95ABE1D64}" sibTransId="{65579E5D-33DA-4BAE-BA4C-2F60A8C41C1E}"/>
    <dgm:cxn modelId="{AA50BAC1-E505-4A3B-8DA4-93A3F6E16C79}" srcId="{8E756E8B-77D7-472F-89E9-A3B01AB34AAE}" destId="{6BA5ABB4-9939-4378-BE96-4CB4CD2C444E}" srcOrd="0" destOrd="0" parTransId="{00227755-6DB8-40FE-B6FF-CDD305944649}" sibTransId="{EB80DC55-143F-491E-A1B1-40265E99B8D9}"/>
    <dgm:cxn modelId="{AB5BC1C9-578F-4940-91D3-581CD6B2E96E}" srcId="{8E756E8B-77D7-472F-89E9-A3B01AB34AAE}" destId="{CF0ECBA2-F22F-450D-BE36-AE0FA656553F}" srcOrd="2" destOrd="0" parTransId="{52A03B8A-EF1D-4257-92E3-4B2429B7679D}" sibTransId="{E5EE59C0-4B81-4B85-BB3F-749C6529AED6}"/>
    <dgm:cxn modelId="{B8902BCD-2F0A-4208-979E-19BBBF17EBEF}" type="presOf" srcId="{9AE4EEF2-D95E-4292-B81D-8AEC9E077C29}" destId="{D5E444D3-A9AC-46F8-920A-93093749370C}" srcOrd="1" destOrd="0" presId="urn:microsoft.com/office/officeart/2005/8/layout/process4"/>
    <dgm:cxn modelId="{F0597AD2-CDA9-436A-93F5-441E7682AB57}" type="presOf" srcId="{DED5C125-C68F-4027-975A-400C6C69B3FD}" destId="{AB11D7A6-BF91-4D7C-A747-E843988AE351}" srcOrd="0" destOrd="0" presId="urn:microsoft.com/office/officeart/2005/8/layout/process4"/>
    <dgm:cxn modelId="{5EB3AAD3-8BD4-4AC0-BB12-E9CEDBCEE5EC}" srcId="{EB8F3B63-F1EF-479A-B58A-63FD1DD021E7}" destId="{333202B3-8B2C-429D-B95E-106E8AC8E93E}" srcOrd="0" destOrd="0" parTransId="{C37C5650-0CCB-494A-84BF-070B5E9AC9B9}" sibTransId="{63D55ABF-C945-4DCB-B2A3-C9CF2B81D924}"/>
    <dgm:cxn modelId="{3A5C08D7-8B01-4894-8B6D-39EFDF094F3B}" type="presOf" srcId="{333202B3-8B2C-429D-B95E-106E8AC8E93E}" destId="{4982EE1F-9B8C-42A8-AB77-4440CA9FC2A2}" srcOrd="0" destOrd="0" presId="urn:microsoft.com/office/officeart/2005/8/layout/process4"/>
    <dgm:cxn modelId="{C8D06FE5-AFE6-4241-8D35-BBE5420E68E0}" type="presOf" srcId="{02F044AC-E639-4A8D-9F2D-D4F4AD00FD27}" destId="{9C1F8D27-9879-494A-A536-5D147F74F9DF}" srcOrd="0" destOrd="0" presId="urn:microsoft.com/office/officeart/2005/8/layout/process4"/>
    <dgm:cxn modelId="{F20041F0-968D-4C54-A6B1-4C6646356802}" type="presOf" srcId="{EF1A1656-6F4A-4543-8C67-5747A6F2754E}" destId="{1515039D-3D40-4654-B861-A5E2A51CBE32}" srcOrd="0" destOrd="0" presId="urn:microsoft.com/office/officeart/2005/8/layout/process4"/>
    <dgm:cxn modelId="{70F38CF1-AFA5-49DD-B86D-BB9297D7FEA5}" type="presOf" srcId="{8E756E8B-77D7-472F-89E9-A3B01AB34AAE}" destId="{8E66A3EC-52A7-4743-9E8E-EE3ED959746E}" srcOrd="0" destOrd="0" presId="urn:microsoft.com/office/officeart/2005/8/layout/process4"/>
    <dgm:cxn modelId="{DB40AD9D-97C0-43B3-A4C3-2E5DC2965C84}" type="presParOf" srcId="{C3F0C5C9-EDEF-497E-B9AC-5DA83572AD0B}" destId="{1F4663DA-8995-4039-A98A-F03F15F25F92}" srcOrd="0" destOrd="0" presId="urn:microsoft.com/office/officeart/2005/8/layout/process4"/>
    <dgm:cxn modelId="{CE1A3974-160E-447B-B505-1C0E7137D7E2}" type="presParOf" srcId="{1F4663DA-8995-4039-A98A-F03F15F25F92}" destId="{60D055CC-AE83-46E1-9EF6-200A28A823CC}" srcOrd="0" destOrd="0" presId="urn:microsoft.com/office/officeart/2005/8/layout/process4"/>
    <dgm:cxn modelId="{2D3663F3-580E-4E5B-8134-EC527A7A8899}" type="presParOf" srcId="{1F4663DA-8995-4039-A98A-F03F15F25F92}" destId="{D5E444D3-A9AC-46F8-920A-93093749370C}" srcOrd="1" destOrd="0" presId="urn:microsoft.com/office/officeart/2005/8/layout/process4"/>
    <dgm:cxn modelId="{E5DD12C7-D64D-4623-8F16-62A1D9508959}" type="presParOf" srcId="{1F4663DA-8995-4039-A98A-F03F15F25F92}" destId="{D75CCF8E-21AE-45FC-AB40-E10B1E94E45F}" srcOrd="2" destOrd="0" presId="urn:microsoft.com/office/officeart/2005/8/layout/process4"/>
    <dgm:cxn modelId="{F72562B8-1211-4640-8C98-A36381B0FACF}" type="presParOf" srcId="{D75CCF8E-21AE-45FC-AB40-E10B1E94E45F}" destId="{53735555-F239-4085-9488-F3661805D05C}" srcOrd="0" destOrd="0" presId="urn:microsoft.com/office/officeart/2005/8/layout/process4"/>
    <dgm:cxn modelId="{147A28C3-263E-4B4D-90EF-0E7159F3E561}" type="presParOf" srcId="{D75CCF8E-21AE-45FC-AB40-E10B1E94E45F}" destId="{1515039D-3D40-4654-B861-A5E2A51CBE32}" srcOrd="1" destOrd="0" presId="urn:microsoft.com/office/officeart/2005/8/layout/process4"/>
    <dgm:cxn modelId="{D8BA44F3-8E64-407F-98E7-08E499AF0797}" type="presParOf" srcId="{C3F0C5C9-EDEF-497E-B9AC-5DA83572AD0B}" destId="{9CE7058B-E97B-4E2E-8942-27847D83B939}" srcOrd="1" destOrd="0" presId="urn:microsoft.com/office/officeart/2005/8/layout/process4"/>
    <dgm:cxn modelId="{B85449DE-A8D0-4AE6-A58A-BFD14C9BEBF1}" type="presParOf" srcId="{C3F0C5C9-EDEF-497E-B9AC-5DA83572AD0B}" destId="{407938FB-9B32-4110-A5C4-CC27597D1035}" srcOrd="2" destOrd="0" presId="urn:microsoft.com/office/officeart/2005/8/layout/process4"/>
    <dgm:cxn modelId="{FC4A54E3-53BC-4148-9E08-3FF029E526B2}" type="presParOf" srcId="{407938FB-9B32-4110-A5C4-CC27597D1035}" destId="{AB11D7A6-BF91-4D7C-A747-E843988AE351}" srcOrd="0" destOrd="0" presId="urn:microsoft.com/office/officeart/2005/8/layout/process4"/>
    <dgm:cxn modelId="{C0C9D7AF-E23B-4EE0-AC3A-BB6663213B4C}" type="presParOf" srcId="{407938FB-9B32-4110-A5C4-CC27597D1035}" destId="{D41A5609-4963-448B-960B-4EBB74369038}" srcOrd="1" destOrd="0" presId="urn:microsoft.com/office/officeart/2005/8/layout/process4"/>
    <dgm:cxn modelId="{7BF9BF87-4A54-4310-8F60-22133B83B1CB}" type="presParOf" srcId="{407938FB-9B32-4110-A5C4-CC27597D1035}" destId="{88DCB546-93FB-43A5-9D1C-18DDA20F4110}" srcOrd="2" destOrd="0" presId="urn:microsoft.com/office/officeart/2005/8/layout/process4"/>
    <dgm:cxn modelId="{96B688BF-13F9-4E92-89BD-A78202693D6D}" type="presParOf" srcId="{88DCB546-93FB-43A5-9D1C-18DDA20F4110}" destId="{B9169085-C40E-4FD8-AAB9-1BDEF1A6E4DA}" srcOrd="0" destOrd="0" presId="urn:microsoft.com/office/officeart/2005/8/layout/process4"/>
    <dgm:cxn modelId="{F13F57A5-5A25-4294-8DC3-91BD82D3370C}" type="presParOf" srcId="{88DCB546-93FB-43A5-9D1C-18DDA20F4110}" destId="{9C90400F-6450-42C4-ABEC-398959209EA6}" srcOrd="1" destOrd="0" presId="urn:microsoft.com/office/officeart/2005/8/layout/process4"/>
    <dgm:cxn modelId="{5174D18D-A849-4595-B316-80980434AE64}" type="presParOf" srcId="{C3F0C5C9-EDEF-497E-B9AC-5DA83572AD0B}" destId="{8B613271-F255-4B4A-8480-705423C0440A}" srcOrd="3" destOrd="0" presId="urn:microsoft.com/office/officeart/2005/8/layout/process4"/>
    <dgm:cxn modelId="{F7EA85D9-D98C-4A07-8BF2-83ADFFCA5C20}" type="presParOf" srcId="{C3F0C5C9-EDEF-497E-B9AC-5DA83572AD0B}" destId="{81289F94-BF8B-4C55-AB52-79537CFAA32C}" srcOrd="4" destOrd="0" presId="urn:microsoft.com/office/officeart/2005/8/layout/process4"/>
    <dgm:cxn modelId="{0F56F255-EEA3-4926-A57D-CB76412794DF}" type="presParOf" srcId="{81289F94-BF8B-4C55-AB52-79537CFAA32C}" destId="{8E66A3EC-52A7-4743-9E8E-EE3ED959746E}" srcOrd="0" destOrd="0" presId="urn:microsoft.com/office/officeart/2005/8/layout/process4"/>
    <dgm:cxn modelId="{CB971B3B-F4AC-4C5E-834D-934CC8D8338E}" type="presParOf" srcId="{81289F94-BF8B-4C55-AB52-79537CFAA32C}" destId="{CD4F4413-4E89-4ED5-8B6F-95FED29896EF}" srcOrd="1" destOrd="0" presId="urn:microsoft.com/office/officeart/2005/8/layout/process4"/>
    <dgm:cxn modelId="{253444D4-F71F-48D1-AB3A-276863EDBC0A}" type="presParOf" srcId="{81289F94-BF8B-4C55-AB52-79537CFAA32C}" destId="{770B8B97-5D6E-478E-8459-2D971F5DC073}" srcOrd="2" destOrd="0" presId="urn:microsoft.com/office/officeart/2005/8/layout/process4"/>
    <dgm:cxn modelId="{CFA8242F-E063-47C2-A1AF-F18FAE69BAFB}" type="presParOf" srcId="{770B8B97-5D6E-478E-8459-2D971F5DC073}" destId="{5BD9555F-0A70-4F94-9FF2-500D93EC9BD5}" srcOrd="0" destOrd="0" presId="urn:microsoft.com/office/officeart/2005/8/layout/process4"/>
    <dgm:cxn modelId="{CDCE6931-8665-475F-A3BC-DC7FF1ABDE10}" type="presParOf" srcId="{770B8B97-5D6E-478E-8459-2D971F5DC073}" destId="{9C1F8D27-9879-494A-A536-5D147F74F9DF}" srcOrd="1" destOrd="0" presId="urn:microsoft.com/office/officeart/2005/8/layout/process4"/>
    <dgm:cxn modelId="{1F297D2A-A78C-4D9B-9572-66D03A6AC96F}" type="presParOf" srcId="{770B8B97-5D6E-478E-8459-2D971F5DC073}" destId="{0AC11008-B815-4562-B1F8-3224D23EDCA9}" srcOrd="2" destOrd="0" presId="urn:microsoft.com/office/officeart/2005/8/layout/process4"/>
    <dgm:cxn modelId="{CB9D3D0D-76FC-4C6D-AE29-35E8BE70B6E6}" type="presParOf" srcId="{C3F0C5C9-EDEF-497E-B9AC-5DA83572AD0B}" destId="{B08C9D5B-5280-41A2-9132-4F9DB256D441}" srcOrd="5" destOrd="0" presId="urn:microsoft.com/office/officeart/2005/8/layout/process4"/>
    <dgm:cxn modelId="{0B12E8C4-ED81-4987-876D-8AC35B7592F3}" type="presParOf" srcId="{C3F0C5C9-EDEF-497E-B9AC-5DA83572AD0B}" destId="{0D258E47-296C-47B1-BC73-DF2FB2CDE294}" srcOrd="6" destOrd="0" presId="urn:microsoft.com/office/officeart/2005/8/layout/process4"/>
    <dgm:cxn modelId="{53FC6004-0DEE-4C9A-B960-CDDDDC754044}" type="presParOf" srcId="{0D258E47-296C-47B1-BC73-DF2FB2CDE294}" destId="{4982EE1F-9B8C-42A8-AB77-4440CA9FC2A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CDDA12-7FDB-40E9-9082-9A706A3E0A7F}" type="doc">
      <dgm:prSet loTypeId="urn:microsoft.com/office/officeart/2005/8/layout/vProcess5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278B76B-7292-4EA1-8691-4C3510883764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Awareness:</a:t>
          </a:r>
          <a:endParaRPr lang="en-US" dirty="0">
            <a:solidFill>
              <a:schemeClr val="bg1"/>
            </a:solidFill>
          </a:endParaRPr>
        </a:p>
      </dgm:t>
    </dgm:pt>
    <dgm:pt modelId="{18986F46-7E5E-4566-B5FC-98E18A464A6A}" type="parTrans" cxnId="{9CC59C10-D53D-4B8F-8E2B-2E77AAF24707}">
      <dgm:prSet/>
      <dgm:spPr/>
      <dgm:t>
        <a:bodyPr/>
        <a:lstStyle/>
        <a:p>
          <a:endParaRPr lang="en-US"/>
        </a:p>
      </dgm:t>
    </dgm:pt>
    <dgm:pt modelId="{4FA49426-0227-4EA4-AFC5-A04F3B7E08E0}" type="sibTrans" cxnId="{9CC59C10-D53D-4B8F-8E2B-2E77AAF24707}">
      <dgm:prSet/>
      <dgm:spPr/>
      <dgm:t>
        <a:bodyPr/>
        <a:lstStyle/>
        <a:p>
          <a:endParaRPr lang="en-US"/>
        </a:p>
      </dgm:t>
    </dgm:pt>
    <dgm:pt modelId="{B7DFC02A-854A-45C9-AAE6-A6D93B46D075}">
      <dgm:prSet/>
      <dgm:spPr/>
      <dgm:t>
        <a:bodyPr/>
        <a:lstStyle/>
        <a:p>
          <a:r>
            <a:rPr lang="en-US" b="1" dirty="0"/>
            <a:t>Consideration: </a:t>
          </a:r>
          <a:endParaRPr lang="en-US" dirty="0"/>
        </a:p>
      </dgm:t>
    </dgm:pt>
    <dgm:pt modelId="{7A2C1947-8953-4830-AC60-C5CFD4DAA813}" type="parTrans" cxnId="{7DBA5160-02B5-44A7-B390-1384529A4AD1}">
      <dgm:prSet/>
      <dgm:spPr/>
      <dgm:t>
        <a:bodyPr/>
        <a:lstStyle/>
        <a:p>
          <a:endParaRPr lang="en-US"/>
        </a:p>
      </dgm:t>
    </dgm:pt>
    <dgm:pt modelId="{045D8B92-2D48-4E61-9340-AB03391C1C4D}" type="sibTrans" cxnId="{7DBA5160-02B5-44A7-B390-1384529A4AD1}">
      <dgm:prSet/>
      <dgm:spPr/>
      <dgm:t>
        <a:bodyPr/>
        <a:lstStyle/>
        <a:p>
          <a:endParaRPr lang="en-US"/>
        </a:p>
      </dgm:t>
    </dgm:pt>
    <dgm:pt modelId="{571CE10E-646E-4A47-B953-1E366DCBB039}">
      <dgm:prSet/>
      <dgm:spPr/>
      <dgm:t>
        <a:bodyPr/>
        <a:lstStyle/>
        <a:p>
          <a:r>
            <a:rPr lang="en-US" b="1" dirty="0"/>
            <a:t>Decision:</a:t>
          </a:r>
          <a:endParaRPr lang="en-US" dirty="0"/>
        </a:p>
      </dgm:t>
    </dgm:pt>
    <dgm:pt modelId="{0F4F234A-32A6-4409-BA42-720597B5D28B}" type="parTrans" cxnId="{6581A0F4-6432-4EA5-A66E-156205DB389F}">
      <dgm:prSet/>
      <dgm:spPr/>
      <dgm:t>
        <a:bodyPr/>
        <a:lstStyle/>
        <a:p>
          <a:endParaRPr lang="en-US"/>
        </a:p>
      </dgm:t>
    </dgm:pt>
    <dgm:pt modelId="{6574972F-12C4-4F80-83D0-061441A05E4E}" type="sibTrans" cxnId="{6581A0F4-6432-4EA5-A66E-156205DB389F}">
      <dgm:prSet/>
      <dgm:spPr/>
      <dgm:t>
        <a:bodyPr/>
        <a:lstStyle/>
        <a:p>
          <a:endParaRPr lang="en-US"/>
        </a:p>
      </dgm:t>
    </dgm:pt>
    <dgm:pt modelId="{7518F48F-E9D0-4414-9468-9BD846877B66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Channels: LinkedIn Ads, Google Search Ads, Industry Blogs, Real Estate Conferences.
Tactics: Publish thought leadership on the benefits of fiber for tenant retention and property value. LinkedIn Ads direct to gated content like “Maximizing Property Value with Fiber.”</a:t>
          </a:r>
        </a:p>
      </dgm:t>
    </dgm:pt>
    <dgm:pt modelId="{CAE42860-B79A-41DE-87A1-A64177C9B2B1}" type="parTrans" cxnId="{6FF559A7-EE99-41B2-AA21-26B94FE2D056}">
      <dgm:prSet/>
      <dgm:spPr/>
    </dgm:pt>
    <dgm:pt modelId="{DD838E2A-F656-4328-8795-2AF60195D6DB}" type="sibTrans" cxnId="{6FF559A7-EE99-41B2-AA21-26B94FE2D056}">
      <dgm:prSet/>
      <dgm:spPr/>
      <dgm:t>
        <a:bodyPr/>
        <a:lstStyle/>
        <a:p>
          <a:endParaRPr lang="en-US"/>
        </a:p>
      </dgm:t>
    </dgm:pt>
    <dgm:pt modelId="{606FA255-879B-448F-B045-5F4FEAC686B6}">
      <dgm:prSet/>
      <dgm:spPr/>
      <dgm:t>
        <a:bodyPr/>
        <a:lstStyle/>
        <a:p>
          <a:r>
            <a:rPr lang="en-US" b="1" dirty="0"/>
            <a:t>Channels: Email, LinkedIn, Retargeting Ads.
Tactics: Offer whitepapers and ROI calculators tailored to new developments, emphasizing scalability.</a:t>
          </a:r>
        </a:p>
      </dgm:t>
    </dgm:pt>
    <dgm:pt modelId="{6412854B-5639-483F-B579-087D65A3C812}" type="parTrans" cxnId="{6105539D-7815-4573-9EFB-B31278B23770}">
      <dgm:prSet/>
      <dgm:spPr/>
      <dgm:t>
        <a:bodyPr/>
        <a:lstStyle/>
        <a:p>
          <a:endParaRPr lang="en-US"/>
        </a:p>
      </dgm:t>
    </dgm:pt>
    <dgm:pt modelId="{6A4152D6-B494-4041-B4FE-ACD4E641BD5F}" type="sibTrans" cxnId="{6105539D-7815-4573-9EFB-B31278B23770}">
      <dgm:prSet/>
      <dgm:spPr/>
      <dgm:t>
        <a:bodyPr/>
        <a:lstStyle/>
        <a:p>
          <a:endParaRPr lang="en-US"/>
        </a:p>
      </dgm:t>
    </dgm:pt>
    <dgm:pt modelId="{1A814792-CF48-409C-9B73-D2ED309B57EE}">
      <dgm:prSet/>
      <dgm:spPr/>
      <dgm:t>
        <a:bodyPr/>
        <a:lstStyle/>
        <a:p>
          <a:r>
            <a:rPr lang="en-US"/>
            <a:t>Channels</a:t>
          </a:r>
          <a:r>
            <a:rPr lang="en-US" dirty="0"/>
            <a:t>: Email Drip Campaigns, LinkedIn, Dedicated Account Reps.
Tactics: Provide direct consultation offers and structured packages for new builds, focusing on long-term cost-effectiveness.</a:t>
          </a:r>
        </a:p>
      </dgm:t>
    </dgm:pt>
    <dgm:pt modelId="{9310E30C-D7F9-4FCB-814F-14A488B9E492}" type="parTrans" cxnId="{8FE21FCC-3CF6-4FB3-95E7-BF51277DE742}">
      <dgm:prSet/>
      <dgm:spPr/>
    </dgm:pt>
    <dgm:pt modelId="{070529E8-2E75-4EE7-8F87-EC515EBC0E71}" type="sibTrans" cxnId="{8FE21FCC-3CF6-4FB3-95E7-BF51277DE742}">
      <dgm:prSet/>
      <dgm:spPr/>
    </dgm:pt>
    <dgm:pt modelId="{B33CD79A-A98C-42A7-BD60-C424AC6B28AB}" type="pres">
      <dgm:prSet presAssocID="{68CDDA12-7FDB-40E9-9082-9A706A3E0A7F}" presName="outerComposite" presStyleCnt="0">
        <dgm:presLayoutVars>
          <dgm:chMax val="5"/>
          <dgm:dir/>
          <dgm:resizeHandles val="exact"/>
        </dgm:presLayoutVars>
      </dgm:prSet>
      <dgm:spPr/>
    </dgm:pt>
    <dgm:pt modelId="{2AF57348-6056-4614-B175-9410416B2C8D}" type="pres">
      <dgm:prSet presAssocID="{68CDDA12-7FDB-40E9-9082-9A706A3E0A7F}" presName="dummyMaxCanvas" presStyleCnt="0">
        <dgm:presLayoutVars/>
      </dgm:prSet>
      <dgm:spPr/>
    </dgm:pt>
    <dgm:pt modelId="{E061208B-AF38-4D63-871D-B9A5FEA73B15}" type="pres">
      <dgm:prSet presAssocID="{68CDDA12-7FDB-40E9-9082-9A706A3E0A7F}" presName="ThreeNodes_1" presStyleLbl="node1" presStyleIdx="0" presStyleCnt="3">
        <dgm:presLayoutVars>
          <dgm:bulletEnabled val="1"/>
        </dgm:presLayoutVars>
      </dgm:prSet>
      <dgm:spPr/>
    </dgm:pt>
    <dgm:pt modelId="{5CF601D6-759B-4938-990E-9ED264D5C799}" type="pres">
      <dgm:prSet presAssocID="{68CDDA12-7FDB-40E9-9082-9A706A3E0A7F}" presName="ThreeNodes_2" presStyleLbl="node1" presStyleIdx="1" presStyleCnt="3">
        <dgm:presLayoutVars>
          <dgm:bulletEnabled val="1"/>
        </dgm:presLayoutVars>
      </dgm:prSet>
      <dgm:spPr/>
    </dgm:pt>
    <dgm:pt modelId="{E5FBDA92-2004-4CAA-B437-F9C50E737109}" type="pres">
      <dgm:prSet presAssocID="{68CDDA12-7FDB-40E9-9082-9A706A3E0A7F}" presName="ThreeNodes_3" presStyleLbl="node1" presStyleIdx="2" presStyleCnt="3">
        <dgm:presLayoutVars>
          <dgm:bulletEnabled val="1"/>
        </dgm:presLayoutVars>
      </dgm:prSet>
      <dgm:spPr/>
    </dgm:pt>
    <dgm:pt modelId="{CB4A085E-EFFD-4B01-8E4B-9D38790FA503}" type="pres">
      <dgm:prSet presAssocID="{68CDDA12-7FDB-40E9-9082-9A706A3E0A7F}" presName="ThreeConn_1-2" presStyleLbl="fgAccFollowNode1" presStyleIdx="0" presStyleCnt="2">
        <dgm:presLayoutVars>
          <dgm:bulletEnabled val="1"/>
        </dgm:presLayoutVars>
      </dgm:prSet>
      <dgm:spPr/>
    </dgm:pt>
    <dgm:pt modelId="{A6DAB3C0-D363-484A-B6B1-B4D92390D413}" type="pres">
      <dgm:prSet presAssocID="{68CDDA12-7FDB-40E9-9082-9A706A3E0A7F}" presName="ThreeConn_2-3" presStyleLbl="fgAccFollowNode1" presStyleIdx="1" presStyleCnt="2">
        <dgm:presLayoutVars>
          <dgm:bulletEnabled val="1"/>
        </dgm:presLayoutVars>
      </dgm:prSet>
      <dgm:spPr/>
    </dgm:pt>
    <dgm:pt modelId="{3848F7F3-115E-4C30-B5EC-1EBAA56486EF}" type="pres">
      <dgm:prSet presAssocID="{68CDDA12-7FDB-40E9-9082-9A706A3E0A7F}" presName="ThreeNodes_1_text" presStyleLbl="node1" presStyleIdx="2" presStyleCnt="3">
        <dgm:presLayoutVars>
          <dgm:bulletEnabled val="1"/>
        </dgm:presLayoutVars>
      </dgm:prSet>
      <dgm:spPr/>
    </dgm:pt>
    <dgm:pt modelId="{BABCB6CA-4437-444F-B230-E53AFDFAEF09}" type="pres">
      <dgm:prSet presAssocID="{68CDDA12-7FDB-40E9-9082-9A706A3E0A7F}" presName="ThreeNodes_2_text" presStyleLbl="node1" presStyleIdx="2" presStyleCnt="3">
        <dgm:presLayoutVars>
          <dgm:bulletEnabled val="1"/>
        </dgm:presLayoutVars>
      </dgm:prSet>
      <dgm:spPr/>
    </dgm:pt>
    <dgm:pt modelId="{19B07C68-5F74-43B4-B742-DE587D882F6E}" type="pres">
      <dgm:prSet presAssocID="{68CDDA12-7FDB-40E9-9082-9A706A3E0A7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CC59C10-D53D-4B8F-8E2B-2E77AAF24707}" srcId="{68CDDA12-7FDB-40E9-9082-9A706A3E0A7F}" destId="{0278B76B-7292-4EA1-8691-4C3510883764}" srcOrd="0" destOrd="0" parTransId="{18986F46-7E5E-4566-B5FC-98E18A464A6A}" sibTransId="{4FA49426-0227-4EA4-AFC5-A04F3B7E08E0}"/>
    <dgm:cxn modelId="{A25FF41F-E6E2-4E16-91E7-72186BDAD184}" type="presOf" srcId="{571CE10E-646E-4A47-B953-1E366DCBB039}" destId="{E5FBDA92-2004-4CAA-B437-F9C50E737109}" srcOrd="0" destOrd="0" presId="urn:microsoft.com/office/officeart/2005/8/layout/vProcess5"/>
    <dgm:cxn modelId="{5F3EBC31-F3F6-47C0-AAC4-A49B0080F82F}" type="presOf" srcId="{606FA255-879B-448F-B045-5F4FEAC686B6}" destId="{BABCB6CA-4437-444F-B230-E53AFDFAEF09}" srcOrd="1" destOrd="1" presId="urn:microsoft.com/office/officeart/2005/8/layout/vProcess5"/>
    <dgm:cxn modelId="{45035E36-CCED-4BD2-841A-CAE2F213A728}" type="presOf" srcId="{B7DFC02A-854A-45C9-AAE6-A6D93B46D075}" destId="{BABCB6CA-4437-444F-B230-E53AFDFAEF09}" srcOrd="1" destOrd="0" presId="urn:microsoft.com/office/officeart/2005/8/layout/vProcess5"/>
    <dgm:cxn modelId="{7DBA5160-02B5-44A7-B390-1384529A4AD1}" srcId="{68CDDA12-7FDB-40E9-9082-9A706A3E0A7F}" destId="{B7DFC02A-854A-45C9-AAE6-A6D93B46D075}" srcOrd="1" destOrd="0" parTransId="{7A2C1947-8953-4830-AC60-C5CFD4DAA813}" sibTransId="{045D8B92-2D48-4E61-9340-AB03391C1C4D}"/>
    <dgm:cxn modelId="{E20C1F61-169C-417A-8CC3-8E814FEEC040}" type="presOf" srcId="{7518F48F-E9D0-4414-9468-9BD846877B66}" destId="{3848F7F3-115E-4C30-B5EC-1EBAA56486EF}" srcOrd="1" destOrd="1" presId="urn:microsoft.com/office/officeart/2005/8/layout/vProcess5"/>
    <dgm:cxn modelId="{7B8CB661-752D-4BC5-A130-E4FD87D0AB35}" type="presOf" srcId="{1A814792-CF48-409C-9B73-D2ED309B57EE}" destId="{19B07C68-5F74-43B4-B742-DE587D882F6E}" srcOrd="1" destOrd="1" presId="urn:microsoft.com/office/officeart/2005/8/layout/vProcess5"/>
    <dgm:cxn modelId="{99621F4E-5973-4468-84C2-7DCBC79D8D58}" type="presOf" srcId="{4FA49426-0227-4EA4-AFC5-A04F3B7E08E0}" destId="{CB4A085E-EFFD-4B01-8E4B-9D38790FA503}" srcOrd="0" destOrd="0" presId="urn:microsoft.com/office/officeart/2005/8/layout/vProcess5"/>
    <dgm:cxn modelId="{F1DAC956-A15A-4A8B-97F4-198A45372DE5}" type="presOf" srcId="{571CE10E-646E-4A47-B953-1E366DCBB039}" destId="{19B07C68-5F74-43B4-B742-DE587D882F6E}" srcOrd="1" destOrd="0" presId="urn:microsoft.com/office/officeart/2005/8/layout/vProcess5"/>
    <dgm:cxn modelId="{CE92C88B-B4DE-4A0F-8742-93B6D11D2635}" type="presOf" srcId="{B7DFC02A-854A-45C9-AAE6-A6D93B46D075}" destId="{5CF601D6-759B-4938-990E-9ED264D5C799}" srcOrd="0" destOrd="0" presId="urn:microsoft.com/office/officeart/2005/8/layout/vProcess5"/>
    <dgm:cxn modelId="{6105539D-7815-4573-9EFB-B31278B23770}" srcId="{B7DFC02A-854A-45C9-AAE6-A6D93B46D075}" destId="{606FA255-879B-448F-B045-5F4FEAC686B6}" srcOrd="0" destOrd="0" parTransId="{6412854B-5639-483F-B579-087D65A3C812}" sibTransId="{6A4152D6-B494-4041-B4FE-ACD4E641BD5F}"/>
    <dgm:cxn modelId="{8B4670A1-4ECE-47C8-8705-C78F8305009C}" type="presOf" srcId="{0278B76B-7292-4EA1-8691-4C3510883764}" destId="{3848F7F3-115E-4C30-B5EC-1EBAA56486EF}" srcOrd="1" destOrd="0" presId="urn:microsoft.com/office/officeart/2005/8/layout/vProcess5"/>
    <dgm:cxn modelId="{6FF559A7-EE99-41B2-AA21-26B94FE2D056}" srcId="{0278B76B-7292-4EA1-8691-4C3510883764}" destId="{7518F48F-E9D0-4414-9468-9BD846877B66}" srcOrd="0" destOrd="0" parTransId="{CAE42860-B79A-41DE-87A1-A64177C9B2B1}" sibTransId="{DD838E2A-F656-4328-8795-2AF60195D6DB}"/>
    <dgm:cxn modelId="{8FE21FCC-3CF6-4FB3-95E7-BF51277DE742}" srcId="{571CE10E-646E-4A47-B953-1E366DCBB039}" destId="{1A814792-CF48-409C-9B73-D2ED309B57EE}" srcOrd="0" destOrd="0" parTransId="{9310E30C-D7F9-4FCB-814F-14A488B9E492}" sibTransId="{070529E8-2E75-4EE7-8F87-EC515EBC0E71}"/>
    <dgm:cxn modelId="{6D42F4D2-F204-4542-8046-64EB18008888}" type="presOf" srcId="{68CDDA12-7FDB-40E9-9082-9A706A3E0A7F}" destId="{B33CD79A-A98C-42A7-BD60-C424AC6B28AB}" srcOrd="0" destOrd="0" presId="urn:microsoft.com/office/officeart/2005/8/layout/vProcess5"/>
    <dgm:cxn modelId="{DCD910D3-F292-45F9-980C-3A2A438459C8}" type="presOf" srcId="{0278B76B-7292-4EA1-8691-4C3510883764}" destId="{E061208B-AF38-4D63-871D-B9A5FEA73B15}" srcOrd="0" destOrd="0" presId="urn:microsoft.com/office/officeart/2005/8/layout/vProcess5"/>
    <dgm:cxn modelId="{76780BD4-99A3-4750-8DAA-04D52F8A305E}" type="presOf" srcId="{7518F48F-E9D0-4414-9468-9BD846877B66}" destId="{E061208B-AF38-4D63-871D-B9A5FEA73B15}" srcOrd="0" destOrd="1" presId="urn:microsoft.com/office/officeart/2005/8/layout/vProcess5"/>
    <dgm:cxn modelId="{B8A8E3E3-5D85-46F9-AF40-9B4728F2880A}" type="presOf" srcId="{1A814792-CF48-409C-9B73-D2ED309B57EE}" destId="{E5FBDA92-2004-4CAA-B437-F9C50E737109}" srcOrd="0" destOrd="1" presId="urn:microsoft.com/office/officeart/2005/8/layout/vProcess5"/>
    <dgm:cxn modelId="{6581A0F4-6432-4EA5-A66E-156205DB389F}" srcId="{68CDDA12-7FDB-40E9-9082-9A706A3E0A7F}" destId="{571CE10E-646E-4A47-B953-1E366DCBB039}" srcOrd="2" destOrd="0" parTransId="{0F4F234A-32A6-4409-BA42-720597B5D28B}" sibTransId="{6574972F-12C4-4F80-83D0-061441A05E4E}"/>
    <dgm:cxn modelId="{667A48FF-B943-4E62-BFBB-5C427A20D66A}" type="presOf" srcId="{045D8B92-2D48-4E61-9340-AB03391C1C4D}" destId="{A6DAB3C0-D363-484A-B6B1-B4D92390D413}" srcOrd="0" destOrd="0" presId="urn:microsoft.com/office/officeart/2005/8/layout/vProcess5"/>
    <dgm:cxn modelId="{2C97D8FF-7E82-4832-92AC-C2A7EC99C390}" type="presOf" srcId="{606FA255-879B-448F-B045-5F4FEAC686B6}" destId="{5CF601D6-759B-4938-990E-9ED264D5C799}" srcOrd="0" destOrd="1" presId="urn:microsoft.com/office/officeart/2005/8/layout/vProcess5"/>
    <dgm:cxn modelId="{A005A78E-B408-4288-BED6-4C7C2B5E9A72}" type="presParOf" srcId="{B33CD79A-A98C-42A7-BD60-C424AC6B28AB}" destId="{2AF57348-6056-4614-B175-9410416B2C8D}" srcOrd="0" destOrd="0" presId="urn:microsoft.com/office/officeart/2005/8/layout/vProcess5"/>
    <dgm:cxn modelId="{532D5CEE-B119-4CC1-87EA-C629A361EB35}" type="presParOf" srcId="{B33CD79A-A98C-42A7-BD60-C424AC6B28AB}" destId="{E061208B-AF38-4D63-871D-B9A5FEA73B15}" srcOrd="1" destOrd="0" presId="urn:microsoft.com/office/officeart/2005/8/layout/vProcess5"/>
    <dgm:cxn modelId="{0253C469-4559-40D2-BCFF-4B945C022156}" type="presParOf" srcId="{B33CD79A-A98C-42A7-BD60-C424AC6B28AB}" destId="{5CF601D6-759B-4938-990E-9ED264D5C799}" srcOrd="2" destOrd="0" presId="urn:microsoft.com/office/officeart/2005/8/layout/vProcess5"/>
    <dgm:cxn modelId="{31297C97-1D14-468C-871A-A3AE4F64AE82}" type="presParOf" srcId="{B33CD79A-A98C-42A7-BD60-C424AC6B28AB}" destId="{E5FBDA92-2004-4CAA-B437-F9C50E737109}" srcOrd="3" destOrd="0" presId="urn:microsoft.com/office/officeart/2005/8/layout/vProcess5"/>
    <dgm:cxn modelId="{87982F3C-CC4F-41F6-BE1D-0429F9079FE0}" type="presParOf" srcId="{B33CD79A-A98C-42A7-BD60-C424AC6B28AB}" destId="{CB4A085E-EFFD-4B01-8E4B-9D38790FA503}" srcOrd="4" destOrd="0" presId="urn:microsoft.com/office/officeart/2005/8/layout/vProcess5"/>
    <dgm:cxn modelId="{D51DC1C0-C9B5-4859-97DC-DA5F2C72EDA5}" type="presParOf" srcId="{B33CD79A-A98C-42A7-BD60-C424AC6B28AB}" destId="{A6DAB3C0-D363-484A-B6B1-B4D92390D413}" srcOrd="5" destOrd="0" presId="urn:microsoft.com/office/officeart/2005/8/layout/vProcess5"/>
    <dgm:cxn modelId="{4DF6F128-C102-4523-B370-46C5CC399F96}" type="presParOf" srcId="{B33CD79A-A98C-42A7-BD60-C424AC6B28AB}" destId="{3848F7F3-115E-4C30-B5EC-1EBAA56486EF}" srcOrd="6" destOrd="0" presId="urn:microsoft.com/office/officeart/2005/8/layout/vProcess5"/>
    <dgm:cxn modelId="{582EE7CB-5AAC-448E-BDCE-C31B86944EB9}" type="presParOf" srcId="{B33CD79A-A98C-42A7-BD60-C424AC6B28AB}" destId="{BABCB6CA-4437-444F-B230-E53AFDFAEF09}" srcOrd="7" destOrd="0" presId="urn:microsoft.com/office/officeart/2005/8/layout/vProcess5"/>
    <dgm:cxn modelId="{83101ECA-2D96-4733-AB3D-E8FBFC27C308}" type="presParOf" srcId="{B33CD79A-A98C-42A7-BD60-C424AC6B28AB}" destId="{19B07C68-5F74-43B4-B742-DE587D882F6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0537C1-088A-4470-B232-3B2E698E9199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E116CE-4C53-4E40-8FFA-8B4296FC9E09}">
      <dgm:prSet/>
      <dgm:spPr/>
      <dgm:t>
        <a:bodyPr/>
        <a:lstStyle/>
        <a:p>
          <a:r>
            <a:rPr lang="en-US" b="1" dirty="0"/>
            <a:t>Role and Influence</a:t>
          </a:r>
          <a:r>
            <a:rPr lang="en-US" dirty="0"/>
            <a:t>: Property managers focus on tenant satisfaction, property maintenance, and minimizing complaints. They play a crucial role in tenant retention and frequently handle operational decisions about services.</a:t>
          </a:r>
        </a:p>
      </dgm:t>
    </dgm:pt>
    <dgm:pt modelId="{3EB4347C-0DB1-44D4-B910-30D1B088603A}" type="parTrans" cxnId="{68590CAA-39DE-47C6-9848-434F69F9DB18}">
      <dgm:prSet/>
      <dgm:spPr/>
      <dgm:t>
        <a:bodyPr/>
        <a:lstStyle/>
        <a:p>
          <a:endParaRPr lang="en-US"/>
        </a:p>
      </dgm:t>
    </dgm:pt>
    <dgm:pt modelId="{091FAAA6-1793-450A-8630-38339FA2186B}" type="sibTrans" cxnId="{68590CAA-39DE-47C6-9848-434F69F9DB18}">
      <dgm:prSet/>
      <dgm:spPr/>
      <dgm:t>
        <a:bodyPr/>
        <a:lstStyle/>
        <a:p>
          <a:endParaRPr lang="en-US"/>
        </a:p>
      </dgm:t>
    </dgm:pt>
    <dgm:pt modelId="{DE0EE50C-1D64-4EC7-A349-9F8A7EDB4BD1}">
      <dgm:prSet/>
      <dgm:spPr/>
      <dgm:t>
        <a:bodyPr/>
        <a:lstStyle/>
        <a:p>
          <a:r>
            <a:rPr lang="en-US" b="1"/>
            <a:t>Key Drivers</a:t>
          </a:r>
          <a:r>
            <a:rPr lang="en-US"/>
            <a:t>:</a:t>
          </a:r>
        </a:p>
      </dgm:t>
    </dgm:pt>
    <dgm:pt modelId="{465F2951-E4F1-4174-9709-F2856A14972F}" type="parTrans" cxnId="{F905CA88-0A8D-42E4-ACD7-5EED93730F2B}">
      <dgm:prSet/>
      <dgm:spPr/>
      <dgm:t>
        <a:bodyPr/>
        <a:lstStyle/>
        <a:p>
          <a:endParaRPr lang="en-US"/>
        </a:p>
      </dgm:t>
    </dgm:pt>
    <dgm:pt modelId="{C373D6D1-A222-4D60-BEC2-0475F26AAEB9}" type="sibTrans" cxnId="{F905CA88-0A8D-42E4-ACD7-5EED93730F2B}">
      <dgm:prSet/>
      <dgm:spPr/>
      <dgm:t>
        <a:bodyPr/>
        <a:lstStyle/>
        <a:p>
          <a:endParaRPr lang="en-US"/>
        </a:p>
      </dgm:t>
    </dgm:pt>
    <dgm:pt modelId="{B4F6F7AD-4598-4C2F-BE54-681AF03DAC42}">
      <dgm:prSet/>
      <dgm:spPr/>
      <dgm:t>
        <a:bodyPr/>
        <a:lstStyle/>
        <a:p>
          <a:r>
            <a:rPr lang="en-US" b="1"/>
            <a:t>Tenant Satisfaction</a:t>
          </a:r>
          <a:r>
            <a:rPr lang="en-US"/>
            <a:t>: They prioritize solutions that ensure reliable, high-speed connectivity to enhance tenant experience.</a:t>
          </a:r>
        </a:p>
      </dgm:t>
    </dgm:pt>
    <dgm:pt modelId="{FB178852-77D4-4852-B151-808FCBF7F161}" type="parTrans" cxnId="{AB044C39-E594-4797-9811-FC6C57A45723}">
      <dgm:prSet/>
      <dgm:spPr/>
      <dgm:t>
        <a:bodyPr/>
        <a:lstStyle/>
        <a:p>
          <a:endParaRPr lang="en-US"/>
        </a:p>
      </dgm:t>
    </dgm:pt>
    <dgm:pt modelId="{16054BDC-4668-4648-98DE-9327CDF8872C}" type="sibTrans" cxnId="{AB044C39-E594-4797-9811-FC6C57A45723}">
      <dgm:prSet/>
      <dgm:spPr/>
      <dgm:t>
        <a:bodyPr/>
        <a:lstStyle/>
        <a:p>
          <a:endParaRPr lang="en-US"/>
        </a:p>
      </dgm:t>
    </dgm:pt>
    <dgm:pt modelId="{094E1FFA-6674-4938-ACDD-F40F7D117650}">
      <dgm:prSet/>
      <dgm:spPr/>
      <dgm:t>
        <a:bodyPr/>
        <a:lstStyle/>
        <a:p>
          <a:r>
            <a:rPr lang="en-US" b="1"/>
            <a:t>Operational Efficiency</a:t>
          </a:r>
          <a:r>
            <a:rPr lang="en-US"/>
            <a:t>: They value managed solutions that minimize maintenance needs and streamline support.</a:t>
          </a:r>
        </a:p>
      </dgm:t>
    </dgm:pt>
    <dgm:pt modelId="{CF717801-261D-4709-B0E5-460E8740DBA4}" type="parTrans" cxnId="{1A3B4A0E-FBD9-4707-AA29-E8B2E849CDB6}">
      <dgm:prSet/>
      <dgm:spPr/>
      <dgm:t>
        <a:bodyPr/>
        <a:lstStyle/>
        <a:p>
          <a:endParaRPr lang="en-US"/>
        </a:p>
      </dgm:t>
    </dgm:pt>
    <dgm:pt modelId="{57040C61-D5CA-4FDD-BC99-35133A63181B}" type="sibTrans" cxnId="{1A3B4A0E-FBD9-4707-AA29-E8B2E849CDB6}">
      <dgm:prSet/>
      <dgm:spPr/>
      <dgm:t>
        <a:bodyPr/>
        <a:lstStyle/>
        <a:p>
          <a:endParaRPr lang="en-US"/>
        </a:p>
      </dgm:t>
    </dgm:pt>
    <dgm:pt modelId="{A1275BC0-614C-4661-A8CE-5ED7C4A24125}">
      <dgm:prSet/>
      <dgm:spPr/>
      <dgm:t>
        <a:bodyPr/>
        <a:lstStyle/>
        <a:p>
          <a:r>
            <a:rPr lang="en-US" b="1"/>
            <a:t>Pain Points</a:t>
          </a:r>
          <a:r>
            <a:rPr lang="en-US"/>
            <a:t>:</a:t>
          </a:r>
        </a:p>
      </dgm:t>
    </dgm:pt>
    <dgm:pt modelId="{99FFC88B-D792-4565-B1A3-FA33248A4C10}" type="parTrans" cxnId="{D0AF4A67-DE67-445A-9020-F360C7AA0B44}">
      <dgm:prSet/>
      <dgm:spPr/>
      <dgm:t>
        <a:bodyPr/>
        <a:lstStyle/>
        <a:p>
          <a:endParaRPr lang="en-US"/>
        </a:p>
      </dgm:t>
    </dgm:pt>
    <dgm:pt modelId="{51DC0823-0B4B-4EA5-8FDF-5153BE68F030}" type="sibTrans" cxnId="{D0AF4A67-DE67-445A-9020-F360C7AA0B44}">
      <dgm:prSet/>
      <dgm:spPr/>
      <dgm:t>
        <a:bodyPr/>
        <a:lstStyle/>
        <a:p>
          <a:endParaRPr lang="en-US"/>
        </a:p>
      </dgm:t>
    </dgm:pt>
    <dgm:pt modelId="{5F5C4C22-5B24-4560-B363-D2AA206D0318}">
      <dgm:prSet/>
      <dgm:spPr/>
      <dgm:t>
        <a:bodyPr/>
        <a:lstStyle/>
        <a:p>
          <a:r>
            <a:rPr lang="en-US" b="1"/>
            <a:t>Service Disruptions</a:t>
          </a:r>
          <a:r>
            <a:rPr lang="en-US"/>
            <a:t>: Managers often deal with the fallout of unreliable internet, which impacts tenant satisfaction.</a:t>
          </a:r>
        </a:p>
      </dgm:t>
    </dgm:pt>
    <dgm:pt modelId="{69780B1F-3F8C-4751-939E-8394334A6AE9}" type="parTrans" cxnId="{DDA36F42-7B14-4FE4-9FEF-D282B31CDC10}">
      <dgm:prSet/>
      <dgm:spPr/>
      <dgm:t>
        <a:bodyPr/>
        <a:lstStyle/>
        <a:p>
          <a:endParaRPr lang="en-US"/>
        </a:p>
      </dgm:t>
    </dgm:pt>
    <dgm:pt modelId="{417FEDA1-3144-4E50-8433-918C4C06436C}" type="sibTrans" cxnId="{DDA36F42-7B14-4FE4-9FEF-D282B31CDC10}">
      <dgm:prSet/>
      <dgm:spPr/>
      <dgm:t>
        <a:bodyPr/>
        <a:lstStyle/>
        <a:p>
          <a:endParaRPr lang="en-US"/>
        </a:p>
      </dgm:t>
    </dgm:pt>
    <dgm:pt modelId="{F4D7A0AA-45C8-4EF1-B81C-00F961FFF3AA}">
      <dgm:prSet/>
      <dgm:spPr/>
      <dgm:t>
        <a:bodyPr/>
        <a:lstStyle/>
        <a:p>
          <a:r>
            <a:rPr lang="en-US" b="1"/>
            <a:t>Management Complexity</a:t>
          </a:r>
          <a:r>
            <a:rPr lang="en-US"/>
            <a:t>: They want internet solutions that are easy to monitor and maintain without added complexity.</a:t>
          </a:r>
        </a:p>
      </dgm:t>
    </dgm:pt>
    <dgm:pt modelId="{70FB4997-344A-4B15-8196-8A26FA5D3196}" type="parTrans" cxnId="{B435856F-1A09-4E2D-BF72-0C6BC1DE386F}">
      <dgm:prSet/>
      <dgm:spPr/>
      <dgm:t>
        <a:bodyPr/>
        <a:lstStyle/>
        <a:p>
          <a:endParaRPr lang="en-US"/>
        </a:p>
      </dgm:t>
    </dgm:pt>
    <dgm:pt modelId="{55C32FAA-BC0A-483B-B8AA-5DA3A20E5320}" type="sibTrans" cxnId="{B435856F-1A09-4E2D-BF72-0C6BC1DE386F}">
      <dgm:prSet/>
      <dgm:spPr/>
      <dgm:t>
        <a:bodyPr/>
        <a:lstStyle/>
        <a:p>
          <a:endParaRPr lang="en-US"/>
        </a:p>
      </dgm:t>
    </dgm:pt>
    <dgm:pt modelId="{10DB06C3-CFEA-4889-AF0F-25FF890FF960}">
      <dgm:prSet/>
      <dgm:spPr/>
      <dgm:t>
        <a:bodyPr/>
        <a:lstStyle/>
        <a:p>
          <a:r>
            <a:rPr lang="en-US" b="1"/>
            <a:t>Messaging Approach</a:t>
          </a:r>
          <a:r>
            <a:rPr lang="en-US"/>
            <a:t>:</a:t>
          </a:r>
        </a:p>
      </dgm:t>
    </dgm:pt>
    <dgm:pt modelId="{E512AC18-232F-4C82-9A1F-CF2A2B9395C3}" type="parTrans" cxnId="{45C37866-54DB-46A7-80FE-8ED1908ECDFF}">
      <dgm:prSet/>
      <dgm:spPr/>
      <dgm:t>
        <a:bodyPr/>
        <a:lstStyle/>
        <a:p>
          <a:endParaRPr lang="en-US"/>
        </a:p>
      </dgm:t>
    </dgm:pt>
    <dgm:pt modelId="{69203C51-94F9-4E98-8A6E-F296047062B0}" type="sibTrans" cxnId="{45C37866-54DB-46A7-80FE-8ED1908ECDFF}">
      <dgm:prSet/>
      <dgm:spPr/>
      <dgm:t>
        <a:bodyPr/>
        <a:lstStyle/>
        <a:p>
          <a:endParaRPr lang="en-US"/>
        </a:p>
      </dgm:t>
    </dgm:pt>
    <dgm:pt modelId="{8237D45A-CFE0-476A-B604-C284E5F9B38F}">
      <dgm:prSet/>
      <dgm:spPr/>
      <dgm:t>
        <a:bodyPr/>
        <a:lstStyle/>
        <a:p>
          <a:r>
            <a:rPr lang="en-US" b="1"/>
            <a:t>Tenant-Centric Content</a:t>
          </a:r>
          <a:r>
            <a:rPr lang="en-US"/>
            <a:t>: Guides like “How High-Speed Internet Reduces Tenant Turnover” and infographics on tenant satisfaction metrics.</a:t>
          </a:r>
        </a:p>
      </dgm:t>
    </dgm:pt>
    <dgm:pt modelId="{534D7F51-A8CF-413F-A5DD-3D94FD882778}" type="parTrans" cxnId="{D67D1E69-7745-44C8-8AA8-F05F45D926BA}">
      <dgm:prSet/>
      <dgm:spPr/>
      <dgm:t>
        <a:bodyPr/>
        <a:lstStyle/>
        <a:p>
          <a:endParaRPr lang="en-US"/>
        </a:p>
      </dgm:t>
    </dgm:pt>
    <dgm:pt modelId="{6D426AC2-CACC-424D-8F6F-C3EEA24219F5}" type="sibTrans" cxnId="{D67D1E69-7745-44C8-8AA8-F05F45D926BA}">
      <dgm:prSet/>
      <dgm:spPr/>
      <dgm:t>
        <a:bodyPr/>
        <a:lstStyle/>
        <a:p>
          <a:endParaRPr lang="en-US"/>
        </a:p>
      </dgm:t>
    </dgm:pt>
    <dgm:pt modelId="{64A57F75-1C31-4A8D-85B6-05F7C0E12A4F}">
      <dgm:prSet/>
      <dgm:spPr/>
      <dgm:t>
        <a:bodyPr/>
        <a:lstStyle/>
        <a:p>
          <a:r>
            <a:rPr lang="en-US" b="1"/>
            <a:t>Direct Value Offers</a:t>
          </a:r>
          <a:r>
            <a:rPr lang="en-US"/>
            <a:t>: Provide a clear, hassle-free value proposition, such as managed WiFi options, 24/7 support, and quick installation benefits.</a:t>
          </a:r>
        </a:p>
      </dgm:t>
    </dgm:pt>
    <dgm:pt modelId="{DB316DD8-45CF-41C5-8777-ED108139CB93}" type="parTrans" cxnId="{D8B6E1C8-3238-4979-A8D2-892F5408A9E8}">
      <dgm:prSet/>
      <dgm:spPr/>
      <dgm:t>
        <a:bodyPr/>
        <a:lstStyle/>
        <a:p>
          <a:endParaRPr lang="en-US"/>
        </a:p>
      </dgm:t>
    </dgm:pt>
    <dgm:pt modelId="{783C4641-2024-4E18-8721-D1F2317BEA29}" type="sibTrans" cxnId="{D8B6E1C8-3238-4979-A8D2-892F5408A9E8}">
      <dgm:prSet/>
      <dgm:spPr/>
      <dgm:t>
        <a:bodyPr/>
        <a:lstStyle/>
        <a:p>
          <a:endParaRPr lang="en-US"/>
        </a:p>
      </dgm:t>
    </dgm:pt>
    <dgm:pt modelId="{EB36D78F-A01C-4131-AA3F-E0CD07BBCA97}" type="pres">
      <dgm:prSet presAssocID="{D10537C1-088A-4470-B232-3B2E698E9199}" presName="Name0" presStyleCnt="0">
        <dgm:presLayoutVars>
          <dgm:dir/>
          <dgm:animLvl val="lvl"/>
          <dgm:resizeHandles val="exact"/>
        </dgm:presLayoutVars>
      </dgm:prSet>
      <dgm:spPr/>
    </dgm:pt>
    <dgm:pt modelId="{A2A37D53-AC96-4ACD-99BC-4F21C5063458}" type="pres">
      <dgm:prSet presAssocID="{10DB06C3-CFEA-4889-AF0F-25FF890FF960}" presName="boxAndChildren" presStyleCnt="0"/>
      <dgm:spPr/>
    </dgm:pt>
    <dgm:pt modelId="{30055DDD-D7DA-4497-93A7-A0F163D2512F}" type="pres">
      <dgm:prSet presAssocID="{10DB06C3-CFEA-4889-AF0F-25FF890FF960}" presName="parentTextBox" presStyleLbl="node1" presStyleIdx="0" presStyleCnt="4"/>
      <dgm:spPr/>
    </dgm:pt>
    <dgm:pt modelId="{B50529D5-2E83-44D5-9FF1-D1500F1DE554}" type="pres">
      <dgm:prSet presAssocID="{10DB06C3-CFEA-4889-AF0F-25FF890FF960}" presName="entireBox" presStyleLbl="node1" presStyleIdx="0" presStyleCnt="4"/>
      <dgm:spPr/>
    </dgm:pt>
    <dgm:pt modelId="{33FC9745-0D59-41EB-883A-8A6D74E8D53C}" type="pres">
      <dgm:prSet presAssocID="{10DB06C3-CFEA-4889-AF0F-25FF890FF960}" presName="descendantBox" presStyleCnt="0"/>
      <dgm:spPr/>
    </dgm:pt>
    <dgm:pt modelId="{AAB0C96F-3925-4564-9CEE-E3FE2476BEC6}" type="pres">
      <dgm:prSet presAssocID="{8237D45A-CFE0-476A-B604-C284E5F9B38F}" presName="childTextBox" presStyleLbl="fgAccFollowNode1" presStyleIdx="0" presStyleCnt="6">
        <dgm:presLayoutVars>
          <dgm:bulletEnabled val="1"/>
        </dgm:presLayoutVars>
      </dgm:prSet>
      <dgm:spPr/>
    </dgm:pt>
    <dgm:pt modelId="{F0CDD403-5631-4A5B-B8BD-C901C1BD7292}" type="pres">
      <dgm:prSet presAssocID="{64A57F75-1C31-4A8D-85B6-05F7C0E12A4F}" presName="childTextBox" presStyleLbl="fgAccFollowNode1" presStyleIdx="1" presStyleCnt="6">
        <dgm:presLayoutVars>
          <dgm:bulletEnabled val="1"/>
        </dgm:presLayoutVars>
      </dgm:prSet>
      <dgm:spPr/>
    </dgm:pt>
    <dgm:pt modelId="{18F3C6E0-1875-4B15-99FC-39600B6412A9}" type="pres">
      <dgm:prSet presAssocID="{51DC0823-0B4B-4EA5-8FDF-5153BE68F030}" presName="sp" presStyleCnt="0"/>
      <dgm:spPr/>
    </dgm:pt>
    <dgm:pt modelId="{977E6F5C-2492-4048-B2A9-EB72D9815DAB}" type="pres">
      <dgm:prSet presAssocID="{A1275BC0-614C-4661-A8CE-5ED7C4A24125}" presName="arrowAndChildren" presStyleCnt="0"/>
      <dgm:spPr/>
    </dgm:pt>
    <dgm:pt modelId="{E49E8734-AB55-4B67-821F-376C0B61D42A}" type="pres">
      <dgm:prSet presAssocID="{A1275BC0-614C-4661-A8CE-5ED7C4A24125}" presName="parentTextArrow" presStyleLbl="node1" presStyleIdx="0" presStyleCnt="4"/>
      <dgm:spPr/>
    </dgm:pt>
    <dgm:pt modelId="{EF9ACA5D-57F5-4949-AEFD-E01C57F17371}" type="pres">
      <dgm:prSet presAssocID="{A1275BC0-614C-4661-A8CE-5ED7C4A24125}" presName="arrow" presStyleLbl="node1" presStyleIdx="1" presStyleCnt="4"/>
      <dgm:spPr/>
    </dgm:pt>
    <dgm:pt modelId="{4E434E9F-B5BD-481F-9FB5-3AE7FAEBA898}" type="pres">
      <dgm:prSet presAssocID="{A1275BC0-614C-4661-A8CE-5ED7C4A24125}" presName="descendantArrow" presStyleCnt="0"/>
      <dgm:spPr/>
    </dgm:pt>
    <dgm:pt modelId="{C59688BF-F152-42B3-9F0C-2D316B35CE21}" type="pres">
      <dgm:prSet presAssocID="{5F5C4C22-5B24-4560-B363-D2AA206D0318}" presName="childTextArrow" presStyleLbl="fgAccFollowNode1" presStyleIdx="2" presStyleCnt="6">
        <dgm:presLayoutVars>
          <dgm:bulletEnabled val="1"/>
        </dgm:presLayoutVars>
      </dgm:prSet>
      <dgm:spPr/>
    </dgm:pt>
    <dgm:pt modelId="{F0A5E1B4-543C-4BC3-BCFB-101D86529386}" type="pres">
      <dgm:prSet presAssocID="{F4D7A0AA-45C8-4EF1-B81C-00F961FFF3AA}" presName="childTextArrow" presStyleLbl="fgAccFollowNode1" presStyleIdx="3" presStyleCnt="6">
        <dgm:presLayoutVars>
          <dgm:bulletEnabled val="1"/>
        </dgm:presLayoutVars>
      </dgm:prSet>
      <dgm:spPr/>
    </dgm:pt>
    <dgm:pt modelId="{7C1CB07D-89C2-40C1-96EE-4C4F676CEC4A}" type="pres">
      <dgm:prSet presAssocID="{C373D6D1-A222-4D60-BEC2-0475F26AAEB9}" presName="sp" presStyleCnt="0"/>
      <dgm:spPr/>
    </dgm:pt>
    <dgm:pt modelId="{A3EBD12F-C691-46E0-B67A-048E06A4124B}" type="pres">
      <dgm:prSet presAssocID="{DE0EE50C-1D64-4EC7-A349-9F8A7EDB4BD1}" presName="arrowAndChildren" presStyleCnt="0"/>
      <dgm:spPr/>
    </dgm:pt>
    <dgm:pt modelId="{830DF9CB-C4B6-4ABE-8098-05A592DE58B2}" type="pres">
      <dgm:prSet presAssocID="{DE0EE50C-1D64-4EC7-A349-9F8A7EDB4BD1}" presName="parentTextArrow" presStyleLbl="node1" presStyleIdx="1" presStyleCnt="4"/>
      <dgm:spPr/>
    </dgm:pt>
    <dgm:pt modelId="{6FDCCCF9-B16D-4AF5-B7C5-FAEAED285B2E}" type="pres">
      <dgm:prSet presAssocID="{DE0EE50C-1D64-4EC7-A349-9F8A7EDB4BD1}" presName="arrow" presStyleLbl="node1" presStyleIdx="2" presStyleCnt="4"/>
      <dgm:spPr/>
    </dgm:pt>
    <dgm:pt modelId="{839A7D6A-5875-4FC5-85FF-DD58FACF3087}" type="pres">
      <dgm:prSet presAssocID="{DE0EE50C-1D64-4EC7-A349-9F8A7EDB4BD1}" presName="descendantArrow" presStyleCnt="0"/>
      <dgm:spPr/>
    </dgm:pt>
    <dgm:pt modelId="{ECAD2DDF-2B57-4D18-A448-A1B58481E16D}" type="pres">
      <dgm:prSet presAssocID="{B4F6F7AD-4598-4C2F-BE54-681AF03DAC42}" presName="childTextArrow" presStyleLbl="fgAccFollowNode1" presStyleIdx="4" presStyleCnt="6">
        <dgm:presLayoutVars>
          <dgm:bulletEnabled val="1"/>
        </dgm:presLayoutVars>
      </dgm:prSet>
      <dgm:spPr/>
    </dgm:pt>
    <dgm:pt modelId="{9AB5E894-B6D6-4911-851B-D6696BF2236D}" type="pres">
      <dgm:prSet presAssocID="{094E1FFA-6674-4938-ACDD-F40F7D117650}" presName="childTextArrow" presStyleLbl="fgAccFollowNode1" presStyleIdx="5" presStyleCnt="6">
        <dgm:presLayoutVars>
          <dgm:bulletEnabled val="1"/>
        </dgm:presLayoutVars>
      </dgm:prSet>
      <dgm:spPr/>
    </dgm:pt>
    <dgm:pt modelId="{509D3693-39BD-4C8E-BA0E-F04E663F25C3}" type="pres">
      <dgm:prSet presAssocID="{091FAAA6-1793-450A-8630-38339FA2186B}" presName="sp" presStyleCnt="0"/>
      <dgm:spPr/>
    </dgm:pt>
    <dgm:pt modelId="{AA93113A-D320-4536-912C-1285B7A4D1BB}" type="pres">
      <dgm:prSet presAssocID="{45E116CE-4C53-4E40-8FFA-8B4296FC9E09}" presName="arrowAndChildren" presStyleCnt="0"/>
      <dgm:spPr/>
    </dgm:pt>
    <dgm:pt modelId="{7EB874D9-8A87-4679-83DD-28BCA6406079}" type="pres">
      <dgm:prSet presAssocID="{45E116CE-4C53-4E40-8FFA-8B4296FC9E09}" presName="parentTextArrow" presStyleLbl="node1" presStyleIdx="3" presStyleCnt="4"/>
      <dgm:spPr/>
    </dgm:pt>
  </dgm:ptLst>
  <dgm:cxnLst>
    <dgm:cxn modelId="{1A3B4A0E-FBD9-4707-AA29-E8B2E849CDB6}" srcId="{DE0EE50C-1D64-4EC7-A349-9F8A7EDB4BD1}" destId="{094E1FFA-6674-4938-ACDD-F40F7D117650}" srcOrd="1" destOrd="0" parTransId="{CF717801-261D-4709-B0E5-460E8740DBA4}" sibTransId="{57040C61-D5CA-4FDD-BC99-35133A63181B}"/>
    <dgm:cxn modelId="{C2CA0513-7213-4900-B10E-10D0C8843B60}" type="presOf" srcId="{DE0EE50C-1D64-4EC7-A349-9F8A7EDB4BD1}" destId="{6FDCCCF9-B16D-4AF5-B7C5-FAEAED285B2E}" srcOrd="1" destOrd="0" presId="urn:microsoft.com/office/officeart/2005/8/layout/process4"/>
    <dgm:cxn modelId="{894B0818-423A-4ACC-BF82-8C8870FFF543}" type="presOf" srcId="{094E1FFA-6674-4938-ACDD-F40F7D117650}" destId="{9AB5E894-B6D6-4911-851B-D6696BF2236D}" srcOrd="0" destOrd="0" presId="urn:microsoft.com/office/officeart/2005/8/layout/process4"/>
    <dgm:cxn modelId="{F417041B-E6C2-482B-82F4-00348410F75E}" type="presOf" srcId="{45E116CE-4C53-4E40-8FFA-8B4296FC9E09}" destId="{7EB874D9-8A87-4679-83DD-28BCA6406079}" srcOrd="0" destOrd="0" presId="urn:microsoft.com/office/officeart/2005/8/layout/process4"/>
    <dgm:cxn modelId="{D8457D1B-6423-446C-91F5-69B1953CD408}" type="presOf" srcId="{F4D7A0AA-45C8-4EF1-B81C-00F961FFF3AA}" destId="{F0A5E1B4-543C-4BC3-BCFB-101D86529386}" srcOrd="0" destOrd="0" presId="urn:microsoft.com/office/officeart/2005/8/layout/process4"/>
    <dgm:cxn modelId="{AB044C39-E594-4797-9811-FC6C57A45723}" srcId="{DE0EE50C-1D64-4EC7-A349-9F8A7EDB4BD1}" destId="{B4F6F7AD-4598-4C2F-BE54-681AF03DAC42}" srcOrd="0" destOrd="0" parTransId="{FB178852-77D4-4852-B151-808FCBF7F161}" sibTransId="{16054BDC-4668-4648-98DE-9327CDF8872C}"/>
    <dgm:cxn modelId="{36DD9939-3B3B-4277-9C7A-EFEAFCF0F4E8}" type="presOf" srcId="{5F5C4C22-5B24-4560-B363-D2AA206D0318}" destId="{C59688BF-F152-42B3-9F0C-2D316B35CE21}" srcOrd="0" destOrd="0" presId="urn:microsoft.com/office/officeart/2005/8/layout/process4"/>
    <dgm:cxn modelId="{BC316F60-B172-4F03-B8E8-FEB647091CBD}" type="presOf" srcId="{A1275BC0-614C-4661-A8CE-5ED7C4A24125}" destId="{EF9ACA5D-57F5-4949-AEFD-E01C57F17371}" srcOrd="1" destOrd="0" presId="urn:microsoft.com/office/officeart/2005/8/layout/process4"/>
    <dgm:cxn modelId="{DDA36F42-7B14-4FE4-9FEF-D282B31CDC10}" srcId="{A1275BC0-614C-4661-A8CE-5ED7C4A24125}" destId="{5F5C4C22-5B24-4560-B363-D2AA206D0318}" srcOrd="0" destOrd="0" parTransId="{69780B1F-3F8C-4751-939E-8394334A6AE9}" sibTransId="{417FEDA1-3144-4E50-8433-918C4C06436C}"/>
    <dgm:cxn modelId="{45C37866-54DB-46A7-80FE-8ED1908ECDFF}" srcId="{D10537C1-088A-4470-B232-3B2E698E9199}" destId="{10DB06C3-CFEA-4889-AF0F-25FF890FF960}" srcOrd="3" destOrd="0" parTransId="{E512AC18-232F-4C82-9A1F-CF2A2B9395C3}" sibTransId="{69203C51-94F9-4E98-8A6E-F296047062B0}"/>
    <dgm:cxn modelId="{2A785E67-2644-42E0-A8B1-68EEECA002E7}" type="presOf" srcId="{10DB06C3-CFEA-4889-AF0F-25FF890FF960}" destId="{B50529D5-2E83-44D5-9FF1-D1500F1DE554}" srcOrd="1" destOrd="0" presId="urn:microsoft.com/office/officeart/2005/8/layout/process4"/>
    <dgm:cxn modelId="{D0AF4A67-DE67-445A-9020-F360C7AA0B44}" srcId="{D10537C1-088A-4470-B232-3B2E698E9199}" destId="{A1275BC0-614C-4661-A8CE-5ED7C4A24125}" srcOrd="2" destOrd="0" parTransId="{99FFC88B-D792-4565-B1A3-FA33248A4C10}" sibTransId="{51DC0823-0B4B-4EA5-8FDF-5153BE68F030}"/>
    <dgm:cxn modelId="{EA4AB868-0016-4033-8B4A-CF2BAA496585}" type="presOf" srcId="{B4F6F7AD-4598-4C2F-BE54-681AF03DAC42}" destId="{ECAD2DDF-2B57-4D18-A448-A1B58481E16D}" srcOrd="0" destOrd="0" presId="urn:microsoft.com/office/officeart/2005/8/layout/process4"/>
    <dgm:cxn modelId="{D67D1E69-7745-44C8-8AA8-F05F45D926BA}" srcId="{10DB06C3-CFEA-4889-AF0F-25FF890FF960}" destId="{8237D45A-CFE0-476A-B604-C284E5F9B38F}" srcOrd="0" destOrd="0" parTransId="{534D7F51-A8CF-413F-A5DD-3D94FD882778}" sibTransId="{6D426AC2-CACC-424D-8F6F-C3EEA24219F5}"/>
    <dgm:cxn modelId="{B435856F-1A09-4E2D-BF72-0C6BC1DE386F}" srcId="{A1275BC0-614C-4661-A8CE-5ED7C4A24125}" destId="{F4D7A0AA-45C8-4EF1-B81C-00F961FFF3AA}" srcOrd="1" destOrd="0" parTransId="{70FB4997-344A-4B15-8196-8A26FA5D3196}" sibTransId="{55C32FAA-BC0A-483B-B8AA-5DA3A20E5320}"/>
    <dgm:cxn modelId="{C4409970-1D5C-4D3F-9D48-79E1BF839DA4}" type="presOf" srcId="{64A57F75-1C31-4A8D-85B6-05F7C0E12A4F}" destId="{F0CDD403-5631-4A5B-B8BD-C901C1BD7292}" srcOrd="0" destOrd="0" presId="urn:microsoft.com/office/officeart/2005/8/layout/process4"/>
    <dgm:cxn modelId="{849D2171-5791-4720-A2FD-C0E82689E60C}" type="presOf" srcId="{DE0EE50C-1D64-4EC7-A349-9F8A7EDB4BD1}" destId="{830DF9CB-C4B6-4ABE-8098-05A592DE58B2}" srcOrd="0" destOrd="0" presId="urn:microsoft.com/office/officeart/2005/8/layout/process4"/>
    <dgm:cxn modelId="{F905CA88-0A8D-42E4-ACD7-5EED93730F2B}" srcId="{D10537C1-088A-4470-B232-3B2E698E9199}" destId="{DE0EE50C-1D64-4EC7-A349-9F8A7EDB4BD1}" srcOrd="1" destOrd="0" parTransId="{465F2951-E4F1-4174-9709-F2856A14972F}" sibTransId="{C373D6D1-A222-4D60-BEC2-0475F26AAEB9}"/>
    <dgm:cxn modelId="{A24C7496-2283-4A8A-AB7F-04CC422E76F4}" type="presOf" srcId="{10DB06C3-CFEA-4889-AF0F-25FF890FF960}" destId="{30055DDD-D7DA-4497-93A7-A0F163D2512F}" srcOrd="0" destOrd="0" presId="urn:microsoft.com/office/officeart/2005/8/layout/process4"/>
    <dgm:cxn modelId="{68590CAA-39DE-47C6-9848-434F69F9DB18}" srcId="{D10537C1-088A-4470-B232-3B2E698E9199}" destId="{45E116CE-4C53-4E40-8FFA-8B4296FC9E09}" srcOrd="0" destOrd="0" parTransId="{3EB4347C-0DB1-44D4-B910-30D1B088603A}" sibTransId="{091FAAA6-1793-450A-8630-38339FA2186B}"/>
    <dgm:cxn modelId="{64A44AB4-5882-43A0-805C-3C59D8986772}" type="presOf" srcId="{D10537C1-088A-4470-B232-3B2E698E9199}" destId="{EB36D78F-A01C-4131-AA3F-E0CD07BBCA97}" srcOrd="0" destOrd="0" presId="urn:microsoft.com/office/officeart/2005/8/layout/process4"/>
    <dgm:cxn modelId="{D6165BBD-8C97-4EBF-BF8B-331731EEE3B3}" type="presOf" srcId="{A1275BC0-614C-4661-A8CE-5ED7C4A24125}" destId="{E49E8734-AB55-4B67-821F-376C0B61D42A}" srcOrd="0" destOrd="0" presId="urn:microsoft.com/office/officeart/2005/8/layout/process4"/>
    <dgm:cxn modelId="{D8B6E1C8-3238-4979-A8D2-892F5408A9E8}" srcId="{10DB06C3-CFEA-4889-AF0F-25FF890FF960}" destId="{64A57F75-1C31-4A8D-85B6-05F7C0E12A4F}" srcOrd="1" destOrd="0" parTransId="{DB316DD8-45CF-41C5-8777-ED108139CB93}" sibTransId="{783C4641-2024-4E18-8721-D1F2317BEA29}"/>
    <dgm:cxn modelId="{A551DBE8-C2D9-491C-BA5B-1BF60F1AFF4E}" type="presOf" srcId="{8237D45A-CFE0-476A-B604-C284E5F9B38F}" destId="{AAB0C96F-3925-4564-9CEE-E3FE2476BEC6}" srcOrd="0" destOrd="0" presId="urn:microsoft.com/office/officeart/2005/8/layout/process4"/>
    <dgm:cxn modelId="{43582B9C-3E5A-4841-9BD4-84F53036CCFC}" type="presParOf" srcId="{EB36D78F-A01C-4131-AA3F-E0CD07BBCA97}" destId="{A2A37D53-AC96-4ACD-99BC-4F21C5063458}" srcOrd="0" destOrd="0" presId="urn:microsoft.com/office/officeart/2005/8/layout/process4"/>
    <dgm:cxn modelId="{C525C4D9-E375-4EC3-BE40-207304BFAB8E}" type="presParOf" srcId="{A2A37D53-AC96-4ACD-99BC-4F21C5063458}" destId="{30055DDD-D7DA-4497-93A7-A0F163D2512F}" srcOrd="0" destOrd="0" presId="urn:microsoft.com/office/officeart/2005/8/layout/process4"/>
    <dgm:cxn modelId="{CF2AECC0-0D34-4D11-A353-1BE31DC72A5C}" type="presParOf" srcId="{A2A37D53-AC96-4ACD-99BC-4F21C5063458}" destId="{B50529D5-2E83-44D5-9FF1-D1500F1DE554}" srcOrd="1" destOrd="0" presId="urn:microsoft.com/office/officeart/2005/8/layout/process4"/>
    <dgm:cxn modelId="{C51D0C96-D0FD-4D19-B90D-9948F423307C}" type="presParOf" srcId="{A2A37D53-AC96-4ACD-99BC-4F21C5063458}" destId="{33FC9745-0D59-41EB-883A-8A6D74E8D53C}" srcOrd="2" destOrd="0" presId="urn:microsoft.com/office/officeart/2005/8/layout/process4"/>
    <dgm:cxn modelId="{103E5D10-C37F-413F-894B-6F4FD539B7C4}" type="presParOf" srcId="{33FC9745-0D59-41EB-883A-8A6D74E8D53C}" destId="{AAB0C96F-3925-4564-9CEE-E3FE2476BEC6}" srcOrd="0" destOrd="0" presId="urn:microsoft.com/office/officeart/2005/8/layout/process4"/>
    <dgm:cxn modelId="{EA6B9D08-0E76-432E-BB35-44B0F83E8AF8}" type="presParOf" srcId="{33FC9745-0D59-41EB-883A-8A6D74E8D53C}" destId="{F0CDD403-5631-4A5B-B8BD-C901C1BD7292}" srcOrd="1" destOrd="0" presId="urn:microsoft.com/office/officeart/2005/8/layout/process4"/>
    <dgm:cxn modelId="{8B5CF902-EF5F-4BD2-B33D-DDB743E4A6C8}" type="presParOf" srcId="{EB36D78F-A01C-4131-AA3F-E0CD07BBCA97}" destId="{18F3C6E0-1875-4B15-99FC-39600B6412A9}" srcOrd="1" destOrd="0" presId="urn:microsoft.com/office/officeart/2005/8/layout/process4"/>
    <dgm:cxn modelId="{1EE8EA6D-4EFC-4E19-B56B-31E3FA7FF6DD}" type="presParOf" srcId="{EB36D78F-A01C-4131-AA3F-E0CD07BBCA97}" destId="{977E6F5C-2492-4048-B2A9-EB72D9815DAB}" srcOrd="2" destOrd="0" presId="urn:microsoft.com/office/officeart/2005/8/layout/process4"/>
    <dgm:cxn modelId="{2487469F-7E9B-4B16-ADC2-037734B07844}" type="presParOf" srcId="{977E6F5C-2492-4048-B2A9-EB72D9815DAB}" destId="{E49E8734-AB55-4B67-821F-376C0B61D42A}" srcOrd="0" destOrd="0" presId="urn:microsoft.com/office/officeart/2005/8/layout/process4"/>
    <dgm:cxn modelId="{B02515CF-C5C1-49FE-99AF-8135FE48C8FB}" type="presParOf" srcId="{977E6F5C-2492-4048-B2A9-EB72D9815DAB}" destId="{EF9ACA5D-57F5-4949-AEFD-E01C57F17371}" srcOrd="1" destOrd="0" presId="urn:microsoft.com/office/officeart/2005/8/layout/process4"/>
    <dgm:cxn modelId="{4DC90248-AF99-4E85-8042-22B2B34D8AFB}" type="presParOf" srcId="{977E6F5C-2492-4048-B2A9-EB72D9815DAB}" destId="{4E434E9F-B5BD-481F-9FB5-3AE7FAEBA898}" srcOrd="2" destOrd="0" presId="urn:microsoft.com/office/officeart/2005/8/layout/process4"/>
    <dgm:cxn modelId="{41CE540D-E5F4-48CF-A713-77F66BB0F1BC}" type="presParOf" srcId="{4E434E9F-B5BD-481F-9FB5-3AE7FAEBA898}" destId="{C59688BF-F152-42B3-9F0C-2D316B35CE21}" srcOrd="0" destOrd="0" presId="urn:microsoft.com/office/officeart/2005/8/layout/process4"/>
    <dgm:cxn modelId="{FD5FE372-AAEE-4389-A0BA-AB263D6E9902}" type="presParOf" srcId="{4E434E9F-B5BD-481F-9FB5-3AE7FAEBA898}" destId="{F0A5E1B4-543C-4BC3-BCFB-101D86529386}" srcOrd="1" destOrd="0" presId="urn:microsoft.com/office/officeart/2005/8/layout/process4"/>
    <dgm:cxn modelId="{A308E089-45BF-4F99-A3DD-7D72A5B48139}" type="presParOf" srcId="{EB36D78F-A01C-4131-AA3F-E0CD07BBCA97}" destId="{7C1CB07D-89C2-40C1-96EE-4C4F676CEC4A}" srcOrd="3" destOrd="0" presId="urn:microsoft.com/office/officeart/2005/8/layout/process4"/>
    <dgm:cxn modelId="{E986B3B7-B99C-4167-A493-07C88C7646B5}" type="presParOf" srcId="{EB36D78F-A01C-4131-AA3F-E0CD07BBCA97}" destId="{A3EBD12F-C691-46E0-B67A-048E06A4124B}" srcOrd="4" destOrd="0" presId="urn:microsoft.com/office/officeart/2005/8/layout/process4"/>
    <dgm:cxn modelId="{1FA251D5-E0D7-4E74-8F5F-9E3797D1DEC3}" type="presParOf" srcId="{A3EBD12F-C691-46E0-B67A-048E06A4124B}" destId="{830DF9CB-C4B6-4ABE-8098-05A592DE58B2}" srcOrd="0" destOrd="0" presId="urn:microsoft.com/office/officeart/2005/8/layout/process4"/>
    <dgm:cxn modelId="{DDCF04F8-C74B-4DB6-BA3C-4A949F6CD2F6}" type="presParOf" srcId="{A3EBD12F-C691-46E0-B67A-048E06A4124B}" destId="{6FDCCCF9-B16D-4AF5-B7C5-FAEAED285B2E}" srcOrd="1" destOrd="0" presId="urn:microsoft.com/office/officeart/2005/8/layout/process4"/>
    <dgm:cxn modelId="{4626DAF1-DBEE-4D9F-897E-815EE2E0E0CE}" type="presParOf" srcId="{A3EBD12F-C691-46E0-B67A-048E06A4124B}" destId="{839A7D6A-5875-4FC5-85FF-DD58FACF3087}" srcOrd="2" destOrd="0" presId="urn:microsoft.com/office/officeart/2005/8/layout/process4"/>
    <dgm:cxn modelId="{D9BC06C6-D92D-4EF2-B707-455BA48C1593}" type="presParOf" srcId="{839A7D6A-5875-4FC5-85FF-DD58FACF3087}" destId="{ECAD2DDF-2B57-4D18-A448-A1B58481E16D}" srcOrd="0" destOrd="0" presId="urn:microsoft.com/office/officeart/2005/8/layout/process4"/>
    <dgm:cxn modelId="{3D45A73F-ED95-4D8E-AB96-4081AAA6B429}" type="presParOf" srcId="{839A7D6A-5875-4FC5-85FF-DD58FACF3087}" destId="{9AB5E894-B6D6-4911-851B-D6696BF2236D}" srcOrd="1" destOrd="0" presId="urn:microsoft.com/office/officeart/2005/8/layout/process4"/>
    <dgm:cxn modelId="{EDBF79CD-373E-454E-88AF-95D703A3A518}" type="presParOf" srcId="{EB36D78F-A01C-4131-AA3F-E0CD07BBCA97}" destId="{509D3693-39BD-4C8E-BA0E-F04E663F25C3}" srcOrd="5" destOrd="0" presId="urn:microsoft.com/office/officeart/2005/8/layout/process4"/>
    <dgm:cxn modelId="{ACED0B24-B12D-420B-8A6D-31F725614666}" type="presParOf" srcId="{EB36D78F-A01C-4131-AA3F-E0CD07BBCA97}" destId="{AA93113A-D320-4536-912C-1285B7A4D1BB}" srcOrd="6" destOrd="0" presId="urn:microsoft.com/office/officeart/2005/8/layout/process4"/>
    <dgm:cxn modelId="{7DD72060-F6BD-47FD-AB3D-294BA68E4BFB}" type="presParOf" srcId="{AA93113A-D320-4536-912C-1285B7A4D1BB}" destId="{7EB874D9-8A87-4679-83DD-28BCA640607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F0B85A-0F7C-43C0-9246-D65C8599723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79AED6C-A0A2-4F5D-91E7-C7E9709BC9FC}">
      <dgm:prSet/>
      <dgm:spPr/>
      <dgm:t>
        <a:bodyPr/>
        <a:lstStyle/>
        <a:p>
          <a:r>
            <a:rPr lang="en-US" b="1" i="0" baseline="0" dirty="0">
              <a:solidFill>
                <a:schemeClr val="bg1"/>
              </a:solidFill>
            </a:rPr>
            <a:t>Awareness</a:t>
          </a:r>
          <a:r>
            <a:rPr lang="en-US" b="0" i="0" baseline="0" dirty="0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D9AC1FB4-B8E4-45B9-9504-A1245A3CACFE}" type="parTrans" cxnId="{85FC8EED-6992-492A-8192-3868D6AD4FCF}">
      <dgm:prSet/>
      <dgm:spPr/>
      <dgm:t>
        <a:bodyPr/>
        <a:lstStyle/>
        <a:p>
          <a:endParaRPr lang="en-US"/>
        </a:p>
      </dgm:t>
    </dgm:pt>
    <dgm:pt modelId="{0A777F25-C973-44C0-AFB8-C6C597E81077}" type="sibTrans" cxnId="{85FC8EED-6992-492A-8192-3868D6AD4FCF}">
      <dgm:prSet/>
      <dgm:spPr/>
      <dgm:t>
        <a:bodyPr/>
        <a:lstStyle/>
        <a:p>
          <a:endParaRPr lang="en-US"/>
        </a:p>
      </dgm:t>
    </dgm:pt>
    <dgm:pt modelId="{B1440596-5B81-4FCE-A32F-CB9FBA73AFA6}">
      <dgm:prSet/>
      <dgm:spPr/>
      <dgm:t>
        <a:bodyPr/>
        <a:lstStyle/>
        <a:p>
          <a:r>
            <a:rPr lang="en-US" b="1" i="0" baseline="0" dirty="0"/>
            <a:t>Consideration</a:t>
          </a:r>
          <a:r>
            <a:rPr lang="en-US" b="0" i="0" baseline="0" dirty="0"/>
            <a:t>:</a:t>
          </a:r>
          <a:endParaRPr lang="en-US" dirty="0"/>
        </a:p>
      </dgm:t>
    </dgm:pt>
    <dgm:pt modelId="{C623B553-004E-4DD4-BEAD-7A40F0D8E52D}" type="parTrans" cxnId="{0212719B-143D-4F55-A12F-61EA9BDEC99A}">
      <dgm:prSet/>
      <dgm:spPr/>
      <dgm:t>
        <a:bodyPr/>
        <a:lstStyle/>
        <a:p>
          <a:endParaRPr lang="en-US"/>
        </a:p>
      </dgm:t>
    </dgm:pt>
    <dgm:pt modelId="{BE13B193-5A69-4E6E-9A33-D9134B7B0654}" type="sibTrans" cxnId="{0212719B-143D-4F55-A12F-61EA9BDEC99A}">
      <dgm:prSet/>
      <dgm:spPr/>
      <dgm:t>
        <a:bodyPr/>
        <a:lstStyle/>
        <a:p>
          <a:endParaRPr lang="en-US"/>
        </a:p>
      </dgm:t>
    </dgm:pt>
    <dgm:pt modelId="{F20D020D-5944-4ECF-95F5-E5C36F457B96}">
      <dgm:prSet/>
      <dgm:spPr/>
      <dgm:t>
        <a:bodyPr/>
        <a:lstStyle/>
        <a:p>
          <a:r>
            <a:rPr lang="en-US" b="1" i="0" baseline="0" dirty="0"/>
            <a:t>Decision</a:t>
          </a:r>
          <a:r>
            <a:rPr lang="en-US" b="0" i="0" baseline="0" dirty="0"/>
            <a:t>: </a:t>
          </a:r>
          <a:endParaRPr lang="en-US" dirty="0"/>
        </a:p>
      </dgm:t>
    </dgm:pt>
    <dgm:pt modelId="{99793961-4B2C-4D00-AD17-74CF451BC52F}" type="parTrans" cxnId="{64EF3CAF-409B-4078-A583-0358938381BB}">
      <dgm:prSet/>
      <dgm:spPr/>
      <dgm:t>
        <a:bodyPr/>
        <a:lstStyle/>
        <a:p>
          <a:endParaRPr lang="en-US"/>
        </a:p>
      </dgm:t>
    </dgm:pt>
    <dgm:pt modelId="{DFB6005C-38A2-429C-AB24-341614BABE6C}" type="sibTrans" cxnId="{64EF3CAF-409B-4078-A583-0358938381BB}">
      <dgm:prSet/>
      <dgm:spPr/>
      <dgm:t>
        <a:bodyPr/>
        <a:lstStyle/>
        <a:p>
          <a:endParaRPr lang="en-US"/>
        </a:p>
      </dgm:t>
    </dgm:pt>
    <dgm:pt modelId="{425DA3A6-C262-44FC-B08C-1E45FFE4F959}">
      <dgm:prSet/>
      <dgm:spPr/>
      <dgm:t>
        <a:bodyPr/>
        <a:lstStyle/>
        <a:p>
          <a:r>
            <a:rPr lang="en-US" b="1" i="0" baseline="0" dirty="0">
              <a:solidFill>
                <a:schemeClr val="bg1"/>
              </a:solidFill>
            </a:rPr>
            <a:t>Channels: LinkedIn Ads, Google Display Ads, Instagram, Networking Events.
Tactics: Educational content (blog posts, webinars) on tenant satisfaction and property management efficiency. Promote gated content like “Top Telecom Trends for MDU Satisfaction” on LinkedIn.</a:t>
          </a:r>
          <a:endParaRPr lang="en-US" dirty="0">
            <a:solidFill>
              <a:schemeClr val="bg1"/>
            </a:solidFill>
          </a:endParaRPr>
        </a:p>
      </dgm:t>
    </dgm:pt>
    <dgm:pt modelId="{BFDCF54C-D1F1-4B61-A0CA-DF5E4211B7A7}" type="parTrans" cxnId="{7997F0B0-BF7F-4B4F-880B-620A2505E4D3}">
      <dgm:prSet/>
      <dgm:spPr/>
      <dgm:t>
        <a:bodyPr/>
        <a:lstStyle/>
        <a:p>
          <a:endParaRPr lang="en-US"/>
        </a:p>
      </dgm:t>
    </dgm:pt>
    <dgm:pt modelId="{F67156FD-95CD-4CCC-BC2C-F8CC001AAA48}" type="sibTrans" cxnId="{7997F0B0-BF7F-4B4F-880B-620A2505E4D3}">
      <dgm:prSet/>
      <dgm:spPr/>
      <dgm:t>
        <a:bodyPr/>
        <a:lstStyle/>
        <a:p>
          <a:endParaRPr lang="en-US"/>
        </a:p>
      </dgm:t>
    </dgm:pt>
    <dgm:pt modelId="{7A372883-5804-4EEE-B5E0-89BF34BF30FC}">
      <dgm:prSet/>
      <dgm:spPr/>
      <dgm:t>
        <a:bodyPr/>
        <a:lstStyle/>
        <a:p>
          <a:r>
            <a:rPr lang="en-US" b="0" i="0" baseline="0"/>
            <a:t>Channels</a:t>
          </a:r>
          <a:r>
            <a:rPr lang="en-US" b="0" i="0" baseline="0" dirty="0"/>
            <a:t>: Email marketing, Retargeting Ads, LinkedIn InMail.
Tactics: Send case studies, comparison guides, and testimonials. Use LinkedIn InMail to connect personally and highlight Celerity’s customer service.</a:t>
          </a:r>
          <a:endParaRPr lang="en-US" dirty="0"/>
        </a:p>
      </dgm:t>
    </dgm:pt>
    <dgm:pt modelId="{26AFB1DC-594F-4707-B172-283A61DF4A4C}" type="parTrans" cxnId="{3F95A20B-081B-4E88-9A74-491D5295D499}">
      <dgm:prSet/>
      <dgm:spPr/>
      <dgm:t>
        <a:bodyPr/>
        <a:lstStyle/>
        <a:p>
          <a:endParaRPr lang="en-US"/>
        </a:p>
      </dgm:t>
    </dgm:pt>
    <dgm:pt modelId="{D11FD6D4-A26D-49E5-B49C-B6FBAE1EA3E5}" type="sibTrans" cxnId="{3F95A20B-081B-4E88-9A74-491D5295D499}">
      <dgm:prSet/>
      <dgm:spPr/>
      <dgm:t>
        <a:bodyPr/>
        <a:lstStyle/>
        <a:p>
          <a:endParaRPr lang="en-US"/>
        </a:p>
      </dgm:t>
    </dgm:pt>
    <dgm:pt modelId="{E7850EE9-530B-4A9A-801A-D3BB21043285}">
      <dgm:prSet/>
      <dgm:spPr/>
      <dgm:t>
        <a:bodyPr/>
        <a:lstStyle/>
        <a:p>
          <a:r>
            <a:rPr lang="en-US" b="1" i="0" baseline="0" dirty="0"/>
            <a:t>Channels: Email follow-ups, LinkedIn, Sales Calls.
Tactics: Schedule calls or demos through email offers and retargeting. Emphasize managed </a:t>
          </a:r>
          <a:r>
            <a:rPr lang="en-US" b="1" i="0" baseline="0" dirty="0" err="1"/>
            <a:t>WiFi</a:t>
          </a:r>
          <a:r>
            <a:rPr lang="en-US" b="1" i="0" baseline="0" dirty="0"/>
            <a:t> services and high satisfaction rates to drive conversion.</a:t>
          </a:r>
        </a:p>
      </dgm:t>
    </dgm:pt>
    <dgm:pt modelId="{82316171-35DE-4B49-8CF5-3162FC3B0CBC}" type="parTrans" cxnId="{75E24F63-9302-4ACC-A3FD-D8F37F7A1D97}">
      <dgm:prSet/>
      <dgm:spPr/>
      <dgm:t>
        <a:bodyPr/>
        <a:lstStyle/>
        <a:p>
          <a:endParaRPr lang="en-US"/>
        </a:p>
      </dgm:t>
    </dgm:pt>
    <dgm:pt modelId="{AE72C3DF-EB7E-4585-9664-86C6F20EB486}" type="sibTrans" cxnId="{75E24F63-9302-4ACC-A3FD-D8F37F7A1D97}">
      <dgm:prSet/>
      <dgm:spPr/>
      <dgm:t>
        <a:bodyPr/>
        <a:lstStyle/>
        <a:p>
          <a:endParaRPr lang="en-US"/>
        </a:p>
      </dgm:t>
    </dgm:pt>
    <dgm:pt modelId="{61991409-8C27-410F-AEA1-823FF4D1FDF7}" type="pres">
      <dgm:prSet presAssocID="{0DF0B85A-0F7C-43C0-9246-D65C8599723B}" presName="outerComposite" presStyleCnt="0">
        <dgm:presLayoutVars>
          <dgm:chMax val="5"/>
          <dgm:dir/>
          <dgm:resizeHandles val="exact"/>
        </dgm:presLayoutVars>
      </dgm:prSet>
      <dgm:spPr/>
    </dgm:pt>
    <dgm:pt modelId="{04D1A075-8329-4E39-881B-8A6F94EC75DB}" type="pres">
      <dgm:prSet presAssocID="{0DF0B85A-0F7C-43C0-9246-D65C8599723B}" presName="dummyMaxCanvas" presStyleCnt="0">
        <dgm:presLayoutVars/>
      </dgm:prSet>
      <dgm:spPr/>
    </dgm:pt>
    <dgm:pt modelId="{B97EB2DF-8361-4FE3-837A-12C3863038EE}" type="pres">
      <dgm:prSet presAssocID="{0DF0B85A-0F7C-43C0-9246-D65C8599723B}" presName="ThreeNodes_1" presStyleLbl="node1" presStyleIdx="0" presStyleCnt="3">
        <dgm:presLayoutVars>
          <dgm:bulletEnabled val="1"/>
        </dgm:presLayoutVars>
      </dgm:prSet>
      <dgm:spPr/>
    </dgm:pt>
    <dgm:pt modelId="{405E568B-490B-4987-BDD8-F03EDD0EA310}" type="pres">
      <dgm:prSet presAssocID="{0DF0B85A-0F7C-43C0-9246-D65C8599723B}" presName="ThreeNodes_2" presStyleLbl="node1" presStyleIdx="1" presStyleCnt="3">
        <dgm:presLayoutVars>
          <dgm:bulletEnabled val="1"/>
        </dgm:presLayoutVars>
      </dgm:prSet>
      <dgm:spPr/>
    </dgm:pt>
    <dgm:pt modelId="{361C24AB-75DD-43E6-97CF-28A7F0B1753B}" type="pres">
      <dgm:prSet presAssocID="{0DF0B85A-0F7C-43C0-9246-D65C8599723B}" presName="ThreeNodes_3" presStyleLbl="node1" presStyleIdx="2" presStyleCnt="3">
        <dgm:presLayoutVars>
          <dgm:bulletEnabled val="1"/>
        </dgm:presLayoutVars>
      </dgm:prSet>
      <dgm:spPr/>
    </dgm:pt>
    <dgm:pt modelId="{90F5CCD6-1A47-4AE4-8373-5293A9633E8B}" type="pres">
      <dgm:prSet presAssocID="{0DF0B85A-0F7C-43C0-9246-D65C8599723B}" presName="ThreeConn_1-2" presStyleLbl="fgAccFollowNode1" presStyleIdx="0" presStyleCnt="2">
        <dgm:presLayoutVars>
          <dgm:bulletEnabled val="1"/>
        </dgm:presLayoutVars>
      </dgm:prSet>
      <dgm:spPr/>
    </dgm:pt>
    <dgm:pt modelId="{6AD8BE30-BCE8-4EB8-8F89-D60F7CBC7DAF}" type="pres">
      <dgm:prSet presAssocID="{0DF0B85A-0F7C-43C0-9246-D65C8599723B}" presName="ThreeConn_2-3" presStyleLbl="fgAccFollowNode1" presStyleIdx="1" presStyleCnt="2">
        <dgm:presLayoutVars>
          <dgm:bulletEnabled val="1"/>
        </dgm:presLayoutVars>
      </dgm:prSet>
      <dgm:spPr/>
    </dgm:pt>
    <dgm:pt modelId="{062454D1-715F-4EA3-8381-B893D79F04EE}" type="pres">
      <dgm:prSet presAssocID="{0DF0B85A-0F7C-43C0-9246-D65C8599723B}" presName="ThreeNodes_1_text" presStyleLbl="node1" presStyleIdx="2" presStyleCnt="3">
        <dgm:presLayoutVars>
          <dgm:bulletEnabled val="1"/>
        </dgm:presLayoutVars>
      </dgm:prSet>
      <dgm:spPr/>
    </dgm:pt>
    <dgm:pt modelId="{8C73EC6A-6E3F-4602-8551-71075A4105BB}" type="pres">
      <dgm:prSet presAssocID="{0DF0B85A-0F7C-43C0-9246-D65C8599723B}" presName="ThreeNodes_2_text" presStyleLbl="node1" presStyleIdx="2" presStyleCnt="3">
        <dgm:presLayoutVars>
          <dgm:bulletEnabled val="1"/>
        </dgm:presLayoutVars>
      </dgm:prSet>
      <dgm:spPr/>
    </dgm:pt>
    <dgm:pt modelId="{893F3254-0546-4953-BC1B-F3AAD7A1683D}" type="pres">
      <dgm:prSet presAssocID="{0DF0B85A-0F7C-43C0-9246-D65C8599723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F95A20B-081B-4E88-9A74-491D5295D499}" srcId="{B1440596-5B81-4FCE-A32F-CB9FBA73AFA6}" destId="{7A372883-5804-4EEE-B5E0-89BF34BF30FC}" srcOrd="0" destOrd="0" parTransId="{26AFB1DC-594F-4707-B172-283A61DF4A4C}" sibTransId="{D11FD6D4-A26D-49E5-B49C-B6FBAE1EA3E5}"/>
    <dgm:cxn modelId="{1FBE2617-BAD9-459C-8FDB-6CF135CD6172}" type="presOf" srcId="{E7850EE9-530B-4A9A-801A-D3BB21043285}" destId="{361C24AB-75DD-43E6-97CF-28A7F0B1753B}" srcOrd="0" destOrd="1" presId="urn:microsoft.com/office/officeart/2005/8/layout/vProcess5"/>
    <dgm:cxn modelId="{A411A417-6107-4F41-832A-915607F6154F}" type="presOf" srcId="{B1440596-5B81-4FCE-A32F-CB9FBA73AFA6}" destId="{405E568B-490B-4987-BDD8-F03EDD0EA310}" srcOrd="0" destOrd="0" presId="urn:microsoft.com/office/officeart/2005/8/layout/vProcess5"/>
    <dgm:cxn modelId="{2D94AE18-6057-4658-BB03-A03D60A6758C}" type="presOf" srcId="{0DF0B85A-0F7C-43C0-9246-D65C8599723B}" destId="{61991409-8C27-410F-AEA1-823FF4D1FDF7}" srcOrd="0" destOrd="0" presId="urn:microsoft.com/office/officeart/2005/8/layout/vProcess5"/>
    <dgm:cxn modelId="{7FF44440-D54F-4224-885E-3F591883F28E}" type="presOf" srcId="{425DA3A6-C262-44FC-B08C-1E45FFE4F959}" destId="{062454D1-715F-4EA3-8381-B893D79F04EE}" srcOrd="1" destOrd="1" presId="urn:microsoft.com/office/officeart/2005/8/layout/vProcess5"/>
    <dgm:cxn modelId="{F0D08E5F-0117-4CF4-AB2A-BDFEAB1E6161}" type="presOf" srcId="{0A777F25-C973-44C0-AFB8-C6C597E81077}" destId="{90F5CCD6-1A47-4AE4-8373-5293A9633E8B}" srcOrd="0" destOrd="0" presId="urn:microsoft.com/office/officeart/2005/8/layout/vProcess5"/>
    <dgm:cxn modelId="{75E24F63-9302-4ACC-A3FD-D8F37F7A1D97}" srcId="{F20D020D-5944-4ECF-95F5-E5C36F457B96}" destId="{E7850EE9-530B-4A9A-801A-D3BB21043285}" srcOrd="0" destOrd="0" parTransId="{82316171-35DE-4B49-8CF5-3162FC3B0CBC}" sibTransId="{AE72C3DF-EB7E-4585-9664-86C6F20EB486}"/>
    <dgm:cxn modelId="{FD8E7448-E190-4584-9C11-8F7583CC10CF}" type="presOf" srcId="{779AED6C-A0A2-4F5D-91E7-C7E9709BC9FC}" destId="{B97EB2DF-8361-4FE3-837A-12C3863038EE}" srcOrd="0" destOrd="0" presId="urn:microsoft.com/office/officeart/2005/8/layout/vProcess5"/>
    <dgm:cxn modelId="{1E2B8D6A-F30B-4A1A-B7F1-AC7FB62954D1}" type="presOf" srcId="{7A372883-5804-4EEE-B5E0-89BF34BF30FC}" destId="{405E568B-490B-4987-BDD8-F03EDD0EA310}" srcOrd="0" destOrd="1" presId="urn:microsoft.com/office/officeart/2005/8/layout/vProcess5"/>
    <dgm:cxn modelId="{924AAC6D-FB4F-4FD9-8F32-FF0D3A21A4FB}" type="presOf" srcId="{F20D020D-5944-4ECF-95F5-E5C36F457B96}" destId="{893F3254-0546-4953-BC1B-F3AAD7A1683D}" srcOrd="1" destOrd="0" presId="urn:microsoft.com/office/officeart/2005/8/layout/vProcess5"/>
    <dgm:cxn modelId="{0EA9664E-CCC6-46C7-88EA-FC2CF549F6DC}" type="presOf" srcId="{B1440596-5B81-4FCE-A32F-CB9FBA73AFA6}" destId="{8C73EC6A-6E3F-4602-8551-71075A4105BB}" srcOrd="1" destOrd="0" presId="urn:microsoft.com/office/officeart/2005/8/layout/vProcess5"/>
    <dgm:cxn modelId="{5AD27950-753D-47BA-8BA9-3BA967C0F998}" type="presOf" srcId="{779AED6C-A0A2-4F5D-91E7-C7E9709BC9FC}" destId="{062454D1-715F-4EA3-8381-B893D79F04EE}" srcOrd="1" destOrd="0" presId="urn:microsoft.com/office/officeart/2005/8/layout/vProcess5"/>
    <dgm:cxn modelId="{0212719B-143D-4F55-A12F-61EA9BDEC99A}" srcId="{0DF0B85A-0F7C-43C0-9246-D65C8599723B}" destId="{B1440596-5B81-4FCE-A32F-CB9FBA73AFA6}" srcOrd="1" destOrd="0" parTransId="{C623B553-004E-4DD4-BEAD-7A40F0D8E52D}" sibTransId="{BE13B193-5A69-4E6E-9A33-D9134B7B0654}"/>
    <dgm:cxn modelId="{64EF3CAF-409B-4078-A583-0358938381BB}" srcId="{0DF0B85A-0F7C-43C0-9246-D65C8599723B}" destId="{F20D020D-5944-4ECF-95F5-E5C36F457B96}" srcOrd="2" destOrd="0" parTransId="{99793961-4B2C-4D00-AD17-74CF451BC52F}" sibTransId="{DFB6005C-38A2-429C-AB24-341614BABE6C}"/>
    <dgm:cxn modelId="{4E6077B0-94E5-4ED2-BA4A-AB73D388D892}" type="presOf" srcId="{425DA3A6-C262-44FC-B08C-1E45FFE4F959}" destId="{B97EB2DF-8361-4FE3-837A-12C3863038EE}" srcOrd="0" destOrd="1" presId="urn:microsoft.com/office/officeart/2005/8/layout/vProcess5"/>
    <dgm:cxn modelId="{4D17E6B0-05D1-4221-8CD8-7123F4B0FE84}" type="presOf" srcId="{E7850EE9-530B-4A9A-801A-D3BB21043285}" destId="{893F3254-0546-4953-BC1B-F3AAD7A1683D}" srcOrd="1" destOrd="1" presId="urn:microsoft.com/office/officeart/2005/8/layout/vProcess5"/>
    <dgm:cxn modelId="{7997F0B0-BF7F-4B4F-880B-620A2505E4D3}" srcId="{779AED6C-A0A2-4F5D-91E7-C7E9709BC9FC}" destId="{425DA3A6-C262-44FC-B08C-1E45FFE4F959}" srcOrd="0" destOrd="0" parTransId="{BFDCF54C-D1F1-4B61-A0CA-DF5E4211B7A7}" sibTransId="{F67156FD-95CD-4CCC-BC2C-F8CC001AAA48}"/>
    <dgm:cxn modelId="{AB84CDB2-2652-4098-8777-A968E9C31371}" type="presOf" srcId="{F20D020D-5944-4ECF-95F5-E5C36F457B96}" destId="{361C24AB-75DD-43E6-97CF-28A7F0B1753B}" srcOrd="0" destOrd="0" presId="urn:microsoft.com/office/officeart/2005/8/layout/vProcess5"/>
    <dgm:cxn modelId="{BC575DBF-F762-4D6A-9704-4A0B3DC06F74}" type="presOf" srcId="{BE13B193-5A69-4E6E-9A33-D9134B7B0654}" destId="{6AD8BE30-BCE8-4EB8-8F89-D60F7CBC7DAF}" srcOrd="0" destOrd="0" presId="urn:microsoft.com/office/officeart/2005/8/layout/vProcess5"/>
    <dgm:cxn modelId="{80D5C2CC-3A78-4047-8672-BC3600AADBAA}" type="presOf" srcId="{7A372883-5804-4EEE-B5E0-89BF34BF30FC}" destId="{8C73EC6A-6E3F-4602-8551-71075A4105BB}" srcOrd="1" destOrd="1" presId="urn:microsoft.com/office/officeart/2005/8/layout/vProcess5"/>
    <dgm:cxn modelId="{85FC8EED-6992-492A-8192-3868D6AD4FCF}" srcId="{0DF0B85A-0F7C-43C0-9246-D65C8599723B}" destId="{779AED6C-A0A2-4F5D-91E7-C7E9709BC9FC}" srcOrd="0" destOrd="0" parTransId="{D9AC1FB4-B8E4-45B9-9504-A1245A3CACFE}" sibTransId="{0A777F25-C973-44C0-AFB8-C6C597E81077}"/>
    <dgm:cxn modelId="{07E30BCE-1593-4AB9-A428-E83987FBC1A8}" type="presParOf" srcId="{61991409-8C27-410F-AEA1-823FF4D1FDF7}" destId="{04D1A075-8329-4E39-881B-8A6F94EC75DB}" srcOrd="0" destOrd="0" presId="urn:microsoft.com/office/officeart/2005/8/layout/vProcess5"/>
    <dgm:cxn modelId="{D1A8503F-CF66-4274-B37B-0AA67E94156A}" type="presParOf" srcId="{61991409-8C27-410F-AEA1-823FF4D1FDF7}" destId="{B97EB2DF-8361-4FE3-837A-12C3863038EE}" srcOrd="1" destOrd="0" presId="urn:microsoft.com/office/officeart/2005/8/layout/vProcess5"/>
    <dgm:cxn modelId="{A690BC06-73A2-461E-B91E-E9976C9B8265}" type="presParOf" srcId="{61991409-8C27-410F-AEA1-823FF4D1FDF7}" destId="{405E568B-490B-4987-BDD8-F03EDD0EA310}" srcOrd="2" destOrd="0" presId="urn:microsoft.com/office/officeart/2005/8/layout/vProcess5"/>
    <dgm:cxn modelId="{7AC3E311-6538-43BB-8670-25EB713541E3}" type="presParOf" srcId="{61991409-8C27-410F-AEA1-823FF4D1FDF7}" destId="{361C24AB-75DD-43E6-97CF-28A7F0B1753B}" srcOrd="3" destOrd="0" presId="urn:microsoft.com/office/officeart/2005/8/layout/vProcess5"/>
    <dgm:cxn modelId="{0B8101A7-2C4B-4431-8435-6545C7370BF4}" type="presParOf" srcId="{61991409-8C27-410F-AEA1-823FF4D1FDF7}" destId="{90F5CCD6-1A47-4AE4-8373-5293A9633E8B}" srcOrd="4" destOrd="0" presId="urn:microsoft.com/office/officeart/2005/8/layout/vProcess5"/>
    <dgm:cxn modelId="{B4A2B7C0-809D-4E41-AC0C-052AE7A52DE9}" type="presParOf" srcId="{61991409-8C27-410F-AEA1-823FF4D1FDF7}" destId="{6AD8BE30-BCE8-4EB8-8F89-D60F7CBC7DAF}" srcOrd="5" destOrd="0" presId="urn:microsoft.com/office/officeart/2005/8/layout/vProcess5"/>
    <dgm:cxn modelId="{47170E41-76FF-452F-BD7E-C8FF34CF8F3D}" type="presParOf" srcId="{61991409-8C27-410F-AEA1-823FF4D1FDF7}" destId="{062454D1-715F-4EA3-8381-B893D79F04EE}" srcOrd="6" destOrd="0" presId="urn:microsoft.com/office/officeart/2005/8/layout/vProcess5"/>
    <dgm:cxn modelId="{6EDFE16C-9E14-42CC-BE3F-C8611F078E01}" type="presParOf" srcId="{61991409-8C27-410F-AEA1-823FF4D1FDF7}" destId="{8C73EC6A-6E3F-4602-8551-71075A4105BB}" srcOrd="7" destOrd="0" presId="urn:microsoft.com/office/officeart/2005/8/layout/vProcess5"/>
    <dgm:cxn modelId="{F7C89852-F263-43CC-B607-FAD523483DFC}" type="presParOf" srcId="{61991409-8C27-410F-AEA1-823FF4D1FDF7}" destId="{893F3254-0546-4953-BC1B-F3AAD7A1683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10537C1-088A-4470-B232-3B2E698E9199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E116CE-4C53-4E40-8FFA-8B4296FC9E09}">
      <dgm:prSet/>
      <dgm:spPr/>
      <dgm:t>
        <a:bodyPr/>
        <a:lstStyle/>
        <a:p>
          <a:r>
            <a:rPr lang="en-US" b="1" dirty="0"/>
            <a:t>Role and Influence</a:t>
          </a:r>
          <a:r>
            <a:rPr lang="en-US" dirty="0"/>
            <a:t>: These are the executive-level decision-makers in property management firms who oversee large portfolios of MDUs. They focus on scalable solutions and drive strategic partnerships that align with long-term business goals.</a:t>
          </a:r>
        </a:p>
      </dgm:t>
    </dgm:pt>
    <dgm:pt modelId="{3EB4347C-0DB1-44D4-B910-30D1B088603A}" type="parTrans" cxnId="{68590CAA-39DE-47C6-9848-434F69F9DB18}">
      <dgm:prSet/>
      <dgm:spPr/>
      <dgm:t>
        <a:bodyPr/>
        <a:lstStyle/>
        <a:p>
          <a:endParaRPr lang="en-US"/>
        </a:p>
      </dgm:t>
    </dgm:pt>
    <dgm:pt modelId="{091FAAA6-1793-450A-8630-38339FA2186B}" type="sibTrans" cxnId="{68590CAA-39DE-47C6-9848-434F69F9DB18}">
      <dgm:prSet/>
      <dgm:spPr/>
      <dgm:t>
        <a:bodyPr/>
        <a:lstStyle/>
        <a:p>
          <a:endParaRPr lang="en-US"/>
        </a:p>
      </dgm:t>
    </dgm:pt>
    <dgm:pt modelId="{DE0EE50C-1D64-4EC7-A349-9F8A7EDB4BD1}">
      <dgm:prSet/>
      <dgm:spPr/>
      <dgm:t>
        <a:bodyPr/>
        <a:lstStyle/>
        <a:p>
          <a:r>
            <a:rPr lang="en-US" b="1"/>
            <a:t>Key Drivers</a:t>
          </a:r>
          <a:r>
            <a:rPr lang="en-US"/>
            <a:t>:</a:t>
          </a:r>
        </a:p>
      </dgm:t>
    </dgm:pt>
    <dgm:pt modelId="{465F2951-E4F1-4174-9709-F2856A14972F}" type="parTrans" cxnId="{F905CA88-0A8D-42E4-ACD7-5EED93730F2B}">
      <dgm:prSet/>
      <dgm:spPr/>
      <dgm:t>
        <a:bodyPr/>
        <a:lstStyle/>
        <a:p>
          <a:endParaRPr lang="en-US"/>
        </a:p>
      </dgm:t>
    </dgm:pt>
    <dgm:pt modelId="{C373D6D1-A222-4D60-BEC2-0475F26AAEB9}" type="sibTrans" cxnId="{F905CA88-0A8D-42E4-ACD7-5EED93730F2B}">
      <dgm:prSet/>
      <dgm:spPr/>
      <dgm:t>
        <a:bodyPr/>
        <a:lstStyle/>
        <a:p>
          <a:endParaRPr lang="en-US"/>
        </a:p>
      </dgm:t>
    </dgm:pt>
    <dgm:pt modelId="{B4F6F7AD-4598-4C2F-BE54-681AF03DAC42}">
      <dgm:prSet/>
      <dgm:spPr/>
      <dgm:t>
        <a:bodyPr/>
        <a:lstStyle/>
        <a:p>
          <a:r>
            <a:rPr lang="en-US" b="1" dirty="0"/>
            <a:t>Portfolio-Wide Solutions</a:t>
          </a:r>
          <a:r>
            <a:rPr lang="en-US" dirty="0"/>
            <a:t>: They seek comprehensive, scalable solutions that can be implemented across multiple properties to ensure consistency and efficiency.</a:t>
          </a:r>
        </a:p>
      </dgm:t>
    </dgm:pt>
    <dgm:pt modelId="{FB178852-77D4-4852-B151-808FCBF7F161}" type="parTrans" cxnId="{AB044C39-E594-4797-9811-FC6C57A45723}">
      <dgm:prSet/>
      <dgm:spPr/>
      <dgm:t>
        <a:bodyPr/>
        <a:lstStyle/>
        <a:p>
          <a:endParaRPr lang="en-US"/>
        </a:p>
      </dgm:t>
    </dgm:pt>
    <dgm:pt modelId="{16054BDC-4668-4648-98DE-9327CDF8872C}" type="sibTrans" cxnId="{AB044C39-E594-4797-9811-FC6C57A45723}">
      <dgm:prSet/>
      <dgm:spPr/>
      <dgm:t>
        <a:bodyPr/>
        <a:lstStyle/>
        <a:p>
          <a:endParaRPr lang="en-US"/>
        </a:p>
      </dgm:t>
    </dgm:pt>
    <dgm:pt modelId="{A1275BC0-614C-4661-A8CE-5ED7C4A24125}">
      <dgm:prSet/>
      <dgm:spPr/>
      <dgm:t>
        <a:bodyPr/>
        <a:lstStyle/>
        <a:p>
          <a:r>
            <a:rPr lang="en-US" b="1" dirty="0"/>
            <a:t>Pain Points</a:t>
          </a:r>
          <a:r>
            <a:rPr lang="en-US" dirty="0"/>
            <a:t>:</a:t>
          </a:r>
        </a:p>
      </dgm:t>
    </dgm:pt>
    <dgm:pt modelId="{99FFC88B-D792-4565-B1A3-FA33248A4C10}" type="parTrans" cxnId="{D0AF4A67-DE67-445A-9020-F360C7AA0B44}">
      <dgm:prSet/>
      <dgm:spPr/>
      <dgm:t>
        <a:bodyPr/>
        <a:lstStyle/>
        <a:p>
          <a:endParaRPr lang="en-US"/>
        </a:p>
      </dgm:t>
    </dgm:pt>
    <dgm:pt modelId="{51DC0823-0B4B-4EA5-8FDF-5153BE68F030}" type="sibTrans" cxnId="{D0AF4A67-DE67-445A-9020-F360C7AA0B44}">
      <dgm:prSet/>
      <dgm:spPr/>
      <dgm:t>
        <a:bodyPr/>
        <a:lstStyle/>
        <a:p>
          <a:endParaRPr lang="en-US"/>
        </a:p>
      </dgm:t>
    </dgm:pt>
    <dgm:pt modelId="{5F5C4C22-5B24-4560-B363-D2AA206D0318}">
      <dgm:prSet/>
      <dgm:spPr/>
      <dgm:t>
        <a:bodyPr/>
        <a:lstStyle/>
        <a:p>
          <a:r>
            <a:rPr lang="en-US" b="1" dirty="0"/>
            <a:t>Risk Mitigation</a:t>
          </a:r>
          <a:r>
            <a:rPr lang="en-US" dirty="0"/>
            <a:t>: They are cautious of switching to new service providers due to potential disruptions.</a:t>
          </a:r>
        </a:p>
      </dgm:t>
    </dgm:pt>
    <dgm:pt modelId="{69780B1F-3F8C-4751-939E-8394334A6AE9}" type="parTrans" cxnId="{DDA36F42-7B14-4FE4-9FEF-D282B31CDC10}">
      <dgm:prSet/>
      <dgm:spPr/>
      <dgm:t>
        <a:bodyPr/>
        <a:lstStyle/>
        <a:p>
          <a:endParaRPr lang="en-US"/>
        </a:p>
      </dgm:t>
    </dgm:pt>
    <dgm:pt modelId="{417FEDA1-3144-4E50-8433-918C4C06436C}" type="sibTrans" cxnId="{DDA36F42-7B14-4FE4-9FEF-D282B31CDC10}">
      <dgm:prSet/>
      <dgm:spPr/>
      <dgm:t>
        <a:bodyPr/>
        <a:lstStyle/>
        <a:p>
          <a:endParaRPr lang="en-US"/>
        </a:p>
      </dgm:t>
    </dgm:pt>
    <dgm:pt modelId="{10DB06C3-CFEA-4889-AF0F-25FF890FF960}">
      <dgm:prSet/>
      <dgm:spPr/>
      <dgm:t>
        <a:bodyPr/>
        <a:lstStyle/>
        <a:p>
          <a:r>
            <a:rPr lang="en-US" b="1" dirty="0"/>
            <a:t>Messaging Approach</a:t>
          </a:r>
          <a:r>
            <a:rPr lang="en-US" dirty="0"/>
            <a:t>:</a:t>
          </a:r>
        </a:p>
      </dgm:t>
    </dgm:pt>
    <dgm:pt modelId="{E512AC18-232F-4C82-9A1F-CF2A2B9395C3}" type="parTrans" cxnId="{45C37866-54DB-46A7-80FE-8ED1908ECDFF}">
      <dgm:prSet/>
      <dgm:spPr/>
      <dgm:t>
        <a:bodyPr/>
        <a:lstStyle/>
        <a:p>
          <a:endParaRPr lang="en-US"/>
        </a:p>
      </dgm:t>
    </dgm:pt>
    <dgm:pt modelId="{69203C51-94F9-4E98-8A6E-F296047062B0}" type="sibTrans" cxnId="{45C37866-54DB-46A7-80FE-8ED1908ECDFF}">
      <dgm:prSet/>
      <dgm:spPr/>
      <dgm:t>
        <a:bodyPr/>
        <a:lstStyle/>
        <a:p>
          <a:endParaRPr lang="en-US"/>
        </a:p>
      </dgm:t>
    </dgm:pt>
    <dgm:pt modelId="{8237D45A-CFE0-476A-B604-C284E5F9B38F}">
      <dgm:prSet/>
      <dgm:spPr/>
      <dgm:t>
        <a:bodyPr/>
        <a:lstStyle/>
        <a:p>
          <a:r>
            <a:rPr lang="en-US" b="1" dirty="0"/>
            <a:t>Case Studies &amp; Whitepapers</a:t>
          </a:r>
          <a:r>
            <a:rPr lang="en-US" dirty="0"/>
            <a:t>: Showcase large-scale projects and testimonials from corporate clients.</a:t>
          </a:r>
        </a:p>
      </dgm:t>
    </dgm:pt>
    <dgm:pt modelId="{534D7F51-A8CF-413F-A5DD-3D94FD882778}" type="parTrans" cxnId="{D67D1E69-7745-44C8-8AA8-F05F45D926BA}">
      <dgm:prSet/>
      <dgm:spPr/>
      <dgm:t>
        <a:bodyPr/>
        <a:lstStyle/>
        <a:p>
          <a:endParaRPr lang="en-US"/>
        </a:p>
      </dgm:t>
    </dgm:pt>
    <dgm:pt modelId="{6D426AC2-CACC-424D-8F6F-C3EEA24219F5}" type="sibTrans" cxnId="{D67D1E69-7745-44C8-8AA8-F05F45D926BA}">
      <dgm:prSet/>
      <dgm:spPr/>
      <dgm:t>
        <a:bodyPr/>
        <a:lstStyle/>
        <a:p>
          <a:endParaRPr lang="en-US"/>
        </a:p>
      </dgm:t>
    </dgm:pt>
    <dgm:pt modelId="{889732DF-E37A-43A0-A679-8ADCB4DE5DF2}">
      <dgm:prSet/>
      <dgm:spPr/>
      <dgm:t>
        <a:bodyPr/>
        <a:lstStyle/>
        <a:p>
          <a:r>
            <a:rPr lang="en-US" b="1"/>
            <a:t>Vendor Reliability</a:t>
          </a:r>
          <a:r>
            <a:rPr lang="en-US"/>
            <a:t>: Decision-makers prioritize reputable providers with proven track records and strong SLAs (Service Level Agreements).</a:t>
          </a:r>
          <a:endParaRPr lang="en-US" dirty="0"/>
        </a:p>
      </dgm:t>
    </dgm:pt>
    <dgm:pt modelId="{261F7424-BF74-4BC0-B98A-6478B89384A3}" type="parTrans" cxnId="{56A6A2D8-CECD-4E16-A552-850EDBFF7152}">
      <dgm:prSet/>
      <dgm:spPr/>
      <dgm:t>
        <a:bodyPr/>
        <a:lstStyle/>
        <a:p>
          <a:endParaRPr lang="en-US"/>
        </a:p>
      </dgm:t>
    </dgm:pt>
    <dgm:pt modelId="{83154977-09B5-4165-ABA9-8FCEBC0A65DE}" type="sibTrans" cxnId="{56A6A2D8-CECD-4E16-A552-850EDBFF7152}">
      <dgm:prSet/>
      <dgm:spPr/>
      <dgm:t>
        <a:bodyPr/>
        <a:lstStyle/>
        <a:p>
          <a:endParaRPr lang="en-US"/>
        </a:p>
      </dgm:t>
    </dgm:pt>
    <dgm:pt modelId="{D8E03596-7C5A-4590-A4D0-0F2AFEA1752B}">
      <dgm:prSet/>
      <dgm:spPr/>
      <dgm:t>
        <a:bodyPr/>
        <a:lstStyle/>
        <a:p>
          <a:r>
            <a:rPr lang="en-US" b="1"/>
            <a:t>Tenant Retention as a Metric</a:t>
          </a:r>
          <a:r>
            <a:rPr lang="en-US"/>
            <a:t>: As profitability is tied to occupancy rates, they look for amenities that will attract and retain residents.</a:t>
          </a:r>
          <a:endParaRPr lang="en-US" dirty="0"/>
        </a:p>
      </dgm:t>
    </dgm:pt>
    <dgm:pt modelId="{A1F04E0A-F875-4135-A6EA-1C094E64B77B}" type="parTrans" cxnId="{67BD606E-4C5A-45AD-974B-00EE64F89950}">
      <dgm:prSet/>
      <dgm:spPr/>
      <dgm:t>
        <a:bodyPr/>
        <a:lstStyle/>
        <a:p>
          <a:endParaRPr lang="en-US"/>
        </a:p>
      </dgm:t>
    </dgm:pt>
    <dgm:pt modelId="{FE264838-2523-4B7E-A756-F5F4E0326E49}" type="sibTrans" cxnId="{67BD606E-4C5A-45AD-974B-00EE64F89950}">
      <dgm:prSet/>
      <dgm:spPr/>
      <dgm:t>
        <a:bodyPr/>
        <a:lstStyle/>
        <a:p>
          <a:endParaRPr lang="en-US"/>
        </a:p>
      </dgm:t>
    </dgm:pt>
    <dgm:pt modelId="{5EA2D216-E2E4-433E-BA13-29C231D4BB14}">
      <dgm:prSet/>
      <dgm:spPr/>
      <dgm:t>
        <a:bodyPr/>
        <a:lstStyle/>
        <a:p>
          <a:r>
            <a:rPr lang="en-US" b="1"/>
            <a:t>Value Justification</a:t>
          </a:r>
          <a:r>
            <a:rPr lang="en-US"/>
            <a:t>: They require clear, data-backed proof of the impact of fiber on tenant retention and ROI.</a:t>
          </a:r>
          <a:endParaRPr lang="en-US" dirty="0"/>
        </a:p>
      </dgm:t>
    </dgm:pt>
    <dgm:pt modelId="{BA5D3FE8-73D3-4F8C-BB73-A2DF3A32A9E4}" type="parTrans" cxnId="{EFD53A9D-88CE-4932-930F-12EF510421D4}">
      <dgm:prSet/>
      <dgm:spPr/>
      <dgm:t>
        <a:bodyPr/>
        <a:lstStyle/>
        <a:p>
          <a:endParaRPr lang="en-US"/>
        </a:p>
      </dgm:t>
    </dgm:pt>
    <dgm:pt modelId="{A07278AE-A621-493A-BA80-554204156665}" type="sibTrans" cxnId="{EFD53A9D-88CE-4932-930F-12EF510421D4}">
      <dgm:prSet/>
      <dgm:spPr/>
      <dgm:t>
        <a:bodyPr/>
        <a:lstStyle/>
        <a:p>
          <a:endParaRPr lang="en-US"/>
        </a:p>
      </dgm:t>
    </dgm:pt>
    <dgm:pt modelId="{0ACB7D52-BB09-4F3B-828E-BED382628504}">
      <dgm:prSet/>
      <dgm:spPr/>
      <dgm:t>
        <a:bodyPr/>
        <a:lstStyle/>
        <a:p>
          <a:r>
            <a:rPr lang="en-US" b="1"/>
            <a:t>Executive Briefings &amp; Consultations</a:t>
          </a:r>
          <a:r>
            <a:rPr lang="en-US"/>
            <a:t>: Personalized outreach with dedicated resources like whitepapers on portfolio-level ROI and exclusive consultation offers to audit their current setup.</a:t>
          </a:r>
          <a:endParaRPr lang="en-US" dirty="0"/>
        </a:p>
      </dgm:t>
    </dgm:pt>
    <dgm:pt modelId="{56F1117F-EE69-47AA-B85C-882D2FF51BEB}" type="parTrans" cxnId="{6FDD602F-995C-483F-9088-F91AB0AFCEAC}">
      <dgm:prSet/>
      <dgm:spPr/>
      <dgm:t>
        <a:bodyPr/>
        <a:lstStyle/>
        <a:p>
          <a:endParaRPr lang="en-US"/>
        </a:p>
      </dgm:t>
    </dgm:pt>
    <dgm:pt modelId="{0FAE31B6-4D44-4801-93D7-3E6FC9D451E7}" type="sibTrans" cxnId="{6FDD602F-995C-483F-9088-F91AB0AFCEAC}">
      <dgm:prSet/>
      <dgm:spPr/>
      <dgm:t>
        <a:bodyPr/>
        <a:lstStyle/>
        <a:p>
          <a:endParaRPr lang="en-US"/>
        </a:p>
      </dgm:t>
    </dgm:pt>
    <dgm:pt modelId="{EB36D78F-A01C-4131-AA3F-E0CD07BBCA97}" type="pres">
      <dgm:prSet presAssocID="{D10537C1-088A-4470-B232-3B2E698E9199}" presName="Name0" presStyleCnt="0">
        <dgm:presLayoutVars>
          <dgm:dir/>
          <dgm:animLvl val="lvl"/>
          <dgm:resizeHandles val="exact"/>
        </dgm:presLayoutVars>
      </dgm:prSet>
      <dgm:spPr/>
    </dgm:pt>
    <dgm:pt modelId="{A2A37D53-AC96-4ACD-99BC-4F21C5063458}" type="pres">
      <dgm:prSet presAssocID="{10DB06C3-CFEA-4889-AF0F-25FF890FF960}" presName="boxAndChildren" presStyleCnt="0"/>
      <dgm:spPr/>
    </dgm:pt>
    <dgm:pt modelId="{30055DDD-D7DA-4497-93A7-A0F163D2512F}" type="pres">
      <dgm:prSet presAssocID="{10DB06C3-CFEA-4889-AF0F-25FF890FF960}" presName="parentTextBox" presStyleLbl="node1" presStyleIdx="0" presStyleCnt="4"/>
      <dgm:spPr/>
    </dgm:pt>
    <dgm:pt modelId="{B50529D5-2E83-44D5-9FF1-D1500F1DE554}" type="pres">
      <dgm:prSet presAssocID="{10DB06C3-CFEA-4889-AF0F-25FF890FF960}" presName="entireBox" presStyleLbl="node1" presStyleIdx="0" presStyleCnt="4"/>
      <dgm:spPr/>
    </dgm:pt>
    <dgm:pt modelId="{33FC9745-0D59-41EB-883A-8A6D74E8D53C}" type="pres">
      <dgm:prSet presAssocID="{10DB06C3-CFEA-4889-AF0F-25FF890FF960}" presName="descendantBox" presStyleCnt="0"/>
      <dgm:spPr/>
    </dgm:pt>
    <dgm:pt modelId="{AAB0C96F-3925-4564-9CEE-E3FE2476BEC6}" type="pres">
      <dgm:prSet presAssocID="{8237D45A-CFE0-476A-B604-C284E5F9B38F}" presName="childTextBox" presStyleLbl="fgAccFollowNode1" presStyleIdx="0" presStyleCnt="7">
        <dgm:presLayoutVars>
          <dgm:bulletEnabled val="1"/>
        </dgm:presLayoutVars>
      </dgm:prSet>
      <dgm:spPr/>
    </dgm:pt>
    <dgm:pt modelId="{002909A9-1291-4EEE-9D61-0060C2BAA3D2}" type="pres">
      <dgm:prSet presAssocID="{0ACB7D52-BB09-4F3B-828E-BED382628504}" presName="childTextBox" presStyleLbl="fgAccFollowNode1" presStyleIdx="1" presStyleCnt="7">
        <dgm:presLayoutVars>
          <dgm:bulletEnabled val="1"/>
        </dgm:presLayoutVars>
      </dgm:prSet>
      <dgm:spPr/>
    </dgm:pt>
    <dgm:pt modelId="{18F3C6E0-1875-4B15-99FC-39600B6412A9}" type="pres">
      <dgm:prSet presAssocID="{51DC0823-0B4B-4EA5-8FDF-5153BE68F030}" presName="sp" presStyleCnt="0"/>
      <dgm:spPr/>
    </dgm:pt>
    <dgm:pt modelId="{977E6F5C-2492-4048-B2A9-EB72D9815DAB}" type="pres">
      <dgm:prSet presAssocID="{A1275BC0-614C-4661-A8CE-5ED7C4A24125}" presName="arrowAndChildren" presStyleCnt="0"/>
      <dgm:spPr/>
    </dgm:pt>
    <dgm:pt modelId="{E49E8734-AB55-4B67-821F-376C0B61D42A}" type="pres">
      <dgm:prSet presAssocID="{A1275BC0-614C-4661-A8CE-5ED7C4A24125}" presName="parentTextArrow" presStyleLbl="node1" presStyleIdx="0" presStyleCnt="4"/>
      <dgm:spPr/>
    </dgm:pt>
    <dgm:pt modelId="{EF9ACA5D-57F5-4949-AEFD-E01C57F17371}" type="pres">
      <dgm:prSet presAssocID="{A1275BC0-614C-4661-A8CE-5ED7C4A24125}" presName="arrow" presStyleLbl="node1" presStyleIdx="1" presStyleCnt="4"/>
      <dgm:spPr/>
    </dgm:pt>
    <dgm:pt modelId="{4E434E9F-B5BD-481F-9FB5-3AE7FAEBA898}" type="pres">
      <dgm:prSet presAssocID="{A1275BC0-614C-4661-A8CE-5ED7C4A24125}" presName="descendantArrow" presStyleCnt="0"/>
      <dgm:spPr/>
    </dgm:pt>
    <dgm:pt modelId="{C59688BF-F152-42B3-9F0C-2D316B35CE21}" type="pres">
      <dgm:prSet presAssocID="{5F5C4C22-5B24-4560-B363-D2AA206D0318}" presName="childTextArrow" presStyleLbl="fgAccFollowNode1" presStyleIdx="2" presStyleCnt="7">
        <dgm:presLayoutVars>
          <dgm:bulletEnabled val="1"/>
        </dgm:presLayoutVars>
      </dgm:prSet>
      <dgm:spPr/>
    </dgm:pt>
    <dgm:pt modelId="{B1F8F018-C8D2-41FD-9EF2-BDDF02872303}" type="pres">
      <dgm:prSet presAssocID="{5EA2D216-E2E4-433E-BA13-29C231D4BB14}" presName="childTextArrow" presStyleLbl="fgAccFollowNode1" presStyleIdx="3" presStyleCnt="7">
        <dgm:presLayoutVars>
          <dgm:bulletEnabled val="1"/>
        </dgm:presLayoutVars>
      </dgm:prSet>
      <dgm:spPr/>
    </dgm:pt>
    <dgm:pt modelId="{7C1CB07D-89C2-40C1-96EE-4C4F676CEC4A}" type="pres">
      <dgm:prSet presAssocID="{C373D6D1-A222-4D60-BEC2-0475F26AAEB9}" presName="sp" presStyleCnt="0"/>
      <dgm:spPr/>
    </dgm:pt>
    <dgm:pt modelId="{A3EBD12F-C691-46E0-B67A-048E06A4124B}" type="pres">
      <dgm:prSet presAssocID="{DE0EE50C-1D64-4EC7-A349-9F8A7EDB4BD1}" presName="arrowAndChildren" presStyleCnt="0"/>
      <dgm:spPr/>
    </dgm:pt>
    <dgm:pt modelId="{830DF9CB-C4B6-4ABE-8098-05A592DE58B2}" type="pres">
      <dgm:prSet presAssocID="{DE0EE50C-1D64-4EC7-A349-9F8A7EDB4BD1}" presName="parentTextArrow" presStyleLbl="node1" presStyleIdx="1" presStyleCnt="4"/>
      <dgm:spPr/>
    </dgm:pt>
    <dgm:pt modelId="{6FDCCCF9-B16D-4AF5-B7C5-FAEAED285B2E}" type="pres">
      <dgm:prSet presAssocID="{DE0EE50C-1D64-4EC7-A349-9F8A7EDB4BD1}" presName="arrow" presStyleLbl="node1" presStyleIdx="2" presStyleCnt="4"/>
      <dgm:spPr/>
    </dgm:pt>
    <dgm:pt modelId="{839A7D6A-5875-4FC5-85FF-DD58FACF3087}" type="pres">
      <dgm:prSet presAssocID="{DE0EE50C-1D64-4EC7-A349-9F8A7EDB4BD1}" presName="descendantArrow" presStyleCnt="0"/>
      <dgm:spPr/>
    </dgm:pt>
    <dgm:pt modelId="{ECAD2DDF-2B57-4D18-A448-A1B58481E16D}" type="pres">
      <dgm:prSet presAssocID="{B4F6F7AD-4598-4C2F-BE54-681AF03DAC42}" presName="childTextArrow" presStyleLbl="fgAccFollowNode1" presStyleIdx="4" presStyleCnt="7">
        <dgm:presLayoutVars>
          <dgm:bulletEnabled val="1"/>
        </dgm:presLayoutVars>
      </dgm:prSet>
      <dgm:spPr/>
    </dgm:pt>
    <dgm:pt modelId="{C23D2F98-481B-4415-B395-C861C52BEDBC}" type="pres">
      <dgm:prSet presAssocID="{889732DF-E37A-43A0-A679-8ADCB4DE5DF2}" presName="childTextArrow" presStyleLbl="fgAccFollowNode1" presStyleIdx="5" presStyleCnt="7">
        <dgm:presLayoutVars>
          <dgm:bulletEnabled val="1"/>
        </dgm:presLayoutVars>
      </dgm:prSet>
      <dgm:spPr/>
    </dgm:pt>
    <dgm:pt modelId="{D6806D8A-C73C-4DB1-80FE-0E0BD70CD340}" type="pres">
      <dgm:prSet presAssocID="{D8E03596-7C5A-4590-A4D0-0F2AFEA1752B}" presName="childTextArrow" presStyleLbl="fgAccFollowNode1" presStyleIdx="6" presStyleCnt="7">
        <dgm:presLayoutVars>
          <dgm:bulletEnabled val="1"/>
        </dgm:presLayoutVars>
      </dgm:prSet>
      <dgm:spPr/>
    </dgm:pt>
    <dgm:pt modelId="{509D3693-39BD-4C8E-BA0E-F04E663F25C3}" type="pres">
      <dgm:prSet presAssocID="{091FAAA6-1793-450A-8630-38339FA2186B}" presName="sp" presStyleCnt="0"/>
      <dgm:spPr/>
    </dgm:pt>
    <dgm:pt modelId="{AA93113A-D320-4536-912C-1285B7A4D1BB}" type="pres">
      <dgm:prSet presAssocID="{45E116CE-4C53-4E40-8FFA-8B4296FC9E09}" presName="arrowAndChildren" presStyleCnt="0"/>
      <dgm:spPr/>
    </dgm:pt>
    <dgm:pt modelId="{7EB874D9-8A87-4679-83DD-28BCA6406079}" type="pres">
      <dgm:prSet presAssocID="{45E116CE-4C53-4E40-8FFA-8B4296FC9E09}" presName="parentTextArrow" presStyleLbl="node1" presStyleIdx="3" presStyleCnt="4"/>
      <dgm:spPr/>
    </dgm:pt>
  </dgm:ptLst>
  <dgm:cxnLst>
    <dgm:cxn modelId="{C2CA0513-7213-4900-B10E-10D0C8843B60}" type="presOf" srcId="{DE0EE50C-1D64-4EC7-A349-9F8A7EDB4BD1}" destId="{6FDCCCF9-B16D-4AF5-B7C5-FAEAED285B2E}" srcOrd="1" destOrd="0" presId="urn:microsoft.com/office/officeart/2005/8/layout/process4"/>
    <dgm:cxn modelId="{F417041B-E6C2-482B-82F4-00348410F75E}" type="presOf" srcId="{45E116CE-4C53-4E40-8FFA-8B4296FC9E09}" destId="{7EB874D9-8A87-4679-83DD-28BCA6406079}" srcOrd="0" destOrd="0" presId="urn:microsoft.com/office/officeart/2005/8/layout/process4"/>
    <dgm:cxn modelId="{6FDD602F-995C-483F-9088-F91AB0AFCEAC}" srcId="{10DB06C3-CFEA-4889-AF0F-25FF890FF960}" destId="{0ACB7D52-BB09-4F3B-828E-BED382628504}" srcOrd="1" destOrd="0" parTransId="{56F1117F-EE69-47AA-B85C-882D2FF51BEB}" sibTransId="{0FAE31B6-4D44-4801-93D7-3E6FC9D451E7}"/>
    <dgm:cxn modelId="{AB044C39-E594-4797-9811-FC6C57A45723}" srcId="{DE0EE50C-1D64-4EC7-A349-9F8A7EDB4BD1}" destId="{B4F6F7AD-4598-4C2F-BE54-681AF03DAC42}" srcOrd="0" destOrd="0" parTransId="{FB178852-77D4-4852-B151-808FCBF7F161}" sibTransId="{16054BDC-4668-4648-98DE-9327CDF8872C}"/>
    <dgm:cxn modelId="{36DD9939-3B3B-4277-9C7A-EFEAFCF0F4E8}" type="presOf" srcId="{5F5C4C22-5B24-4560-B363-D2AA206D0318}" destId="{C59688BF-F152-42B3-9F0C-2D316B35CE21}" srcOrd="0" destOrd="0" presId="urn:microsoft.com/office/officeart/2005/8/layout/process4"/>
    <dgm:cxn modelId="{BC316F60-B172-4F03-B8E8-FEB647091CBD}" type="presOf" srcId="{A1275BC0-614C-4661-A8CE-5ED7C4A24125}" destId="{EF9ACA5D-57F5-4949-AEFD-E01C57F17371}" srcOrd="1" destOrd="0" presId="urn:microsoft.com/office/officeart/2005/8/layout/process4"/>
    <dgm:cxn modelId="{DDA36F42-7B14-4FE4-9FEF-D282B31CDC10}" srcId="{A1275BC0-614C-4661-A8CE-5ED7C4A24125}" destId="{5F5C4C22-5B24-4560-B363-D2AA206D0318}" srcOrd="0" destOrd="0" parTransId="{69780B1F-3F8C-4751-939E-8394334A6AE9}" sibTransId="{417FEDA1-3144-4E50-8433-918C4C06436C}"/>
    <dgm:cxn modelId="{5D51A163-4787-444D-B8B5-064DB31DDBFE}" type="presOf" srcId="{0ACB7D52-BB09-4F3B-828E-BED382628504}" destId="{002909A9-1291-4EEE-9D61-0060C2BAA3D2}" srcOrd="0" destOrd="0" presId="urn:microsoft.com/office/officeart/2005/8/layout/process4"/>
    <dgm:cxn modelId="{45C37866-54DB-46A7-80FE-8ED1908ECDFF}" srcId="{D10537C1-088A-4470-B232-3B2E698E9199}" destId="{10DB06C3-CFEA-4889-AF0F-25FF890FF960}" srcOrd="3" destOrd="0" parTransId="{E512AC18-232F-4C82-9A1F-CF2A2B9395C3}" sibTransId="{69203C51-94F9-4E98-8A6E-F296047062B0}"/>
    <dgm:cxn modelId="{2A785E67-2644-42E0-A8B1-68EEECA002E7}" type="presOf" srcId="{10DB06C3-CFEA-4889-AF0F-25FF890FF960}" destId="{B50529D5-2E83-44D5-9FF1-D1500F1DE554}" srcOrd="1" destOrd="0" presId="urn:microsoft.com/office/officeart/2005/8/layout/process4"/>
    <dgm:cxn modelId="{D0AF4A67-DE67-445A-9020-F360C7AA0B44}" srcId="{D10537C1-088A-4470-B232-3B2E698E9199}" destId="{A1275BC0-614C-4661-A8CE-5ED7C4A24125}" srcOrd="2" destOrd="0" parTransId="{99FFC88B-D792-4565-B1A3-FA33248A4C10}" sibTransId="{51DC0823-0B4B-4EA5-8FDF-5153BE68F030}"/>
    <dgm:cxn modelId="{EA4AB868-0016-4033-8B4A-CF2BAA496585}" type="presOf" srcId="{B4F6F7AD-4598-4C2F-BE54-681AF03DAC42}" destId="{ECAD2DDF-2B57-4D18-A448-A1B58481E16D}" srcOrd="0" destOrd="0" presId="urn:microsoft.com/office/officeart/2005/8/layout/process4"/>
    <dgm:cxn modelId="{D67D1E69-7745-44C8-8AA8-F05F45D926BA}" srcId="{10DB06C3-CFEA-4889-AF0F-25FF890FF960}" destId="{8237D45A-CFE0-476A-B604-C284E5F9B38F}" srcOrd="0" destOrd="0" parTransId="{534D7F51-A8CF-413F-A5DD-3D94FD882778}" sibTransId="{6D426AC2-CACC-424D-8F6F-C3EEA24219F5}"/>
    <dgm:cxn modelId="{67BD606E-4C5A-45AD-974B-00EE64F89950}" srcId="{DE0EE50C-1D64-4EC7-A349-9F8A7EDB4BD1}" destId="{D8E03596-7C5A-4590-A4D0-0F2AFEA1752B}" srcOrd="2" destOrd="0" parTransId="{A1F04E0A-F875-4135-A6EA-1C094E64B77B}" sibTransId="{FE264838-2523-4B7E-A756-F5F4E0326E49}"/>
    <dgm:cxn modelId="{849D2171-5791-4720-A2FD-C0E82689E60C}" type="presOf" srcId="{DE0EE50C-1D64-4EC7-A349-9F8A7EDB4BD1}" destId="{830DF9CB-C4B6-4ABE-8098-05A592DE58B2}" srcOrd="0" destOrd="0" presId="urn:microsoft.com/office/officeart/2005/8/layout/process4"/>
    <dgm:cxn modelId="{F905CA88-0A8D-42E4-ACD7-5EED93730F2B}" srcId="{D10537C1-088A-4470-B232-3B2E698E9199}" destId="{DE0EE50C-1D64-4EC7-A349-9F8A7EDB4BD1}" srcOrd="1" destOrd="0" parTransId="{465F2951-E4F1-4174-9709-F2856A14972F}" sibTransId="{C373D6D1-A222-4D60-BEC2-0475F26AAEB9}"/>
    <dgm:cxn modelId="{A24C7496-2283-4A8A-AB7F-04CC422E76F4}" type="presOf" srcId="{10DB06C3-CFEA-4889-AF0F-25FF890FF960}" destId="{30055DDD-D7DA-4497-93A7-A0F163D2512F}" srcOrd="0" destOrd="0" presId="urn:microsoft.com/office/officeart/2005/8/layout/process4"/>
    <dgm:cxn modelId="{EFD53A9D-88CE-4932-930F-12EF510421D4}" srcId="{A1275BC0-614C-4661-A8CE-5ED7C4A24125}" destId="{5EA2D216-E2E4-433E-BA13-29C231D4BB14}" srcOrd="1" destOrd="0" parTransId="{BA5D3FE8-73D3-4F8C-BB73-A2DF3A32A9E4}" sibTransId="{A07278AE-A621-493A-BA80-554204156665}"/>
    <dgm:cxn modelId="{68590CAA-39DE-47C6-9848-434F69F9DB18}" srcId="{D10537C1-088A-4470-B232-3B2E698E9199}" destId="{45E116CE-4C53-4E40-8FFA-8B4296FC9E09}" srcOrd="0" destOrd="0" parTransId="{3EB4347C-0DB1-44D4-B910-30D1B088603A}" sibTransId="{091FAAA6-1793-450A-8630-38339FA2186B}"/>
    <dgm:cxn modelId="{35B374AF-255D-4DFC-B2F2-D0942CE1C5A2}" type="presOf" srcId="{889732DF-E37A-43A0-A679-8ADCB4DE5DF2}" destId="{C23D2F98-481B-4415-B395-C861C52BEDBC}" srcOrd="0" destOrd="0" presId="urn:microsoft.com/office/officeart/2005/8/layout/process4"/>
    <dgm:cxn modelId="{64A44AB4-5882-43A0-805C-3C59D8986772}" type="presOf" srcId="{D10537C1-088A-4470-B232-3B2E698E9199}" destId="{EB36D78F-A01C-4131-AA3F-E0CD07BBCA97}" srcOrd="0" destOrd="0" presId="urn:microsoft.com/office/officeart/2005/8/layout/process4"/>
    <dgm:cxn modelId="{D6165BBD-8C97-4EBF-BF8B-331731EEE3B3}" type="presOf" srcId="{A1275BC0-614C-4661-A8CE-5ED7C4A24125}" destId="{E49E8734-AB55-4B67-821F-376C0B61D42A}" srcOrd="0" destOrd="0" presId="urn:microsoft.com/office/officeart/2005/8/layout/process4"/>
    <dgm:cxn modelId="{56A6A2D8-CECD-4E16-A552-850EDBFF7152}" srcId="{DE0EE50C-1D64-4EC7-A349-9F8A7EDB4BD1}" destId="{889732DF-E37A-43A0-A679-8ADCB4DE5DF2}" srcOrd="1" destOrd="0" parTransId="{261F7424-BF74-4BC0-B98A-6478B89384A3}" sibTransId="{83154977-09B5-4165-ABA9-8FCEBC0A65DE}"/>
    <dgm:cxn modelId="{A551DBE8-C2D9-491C-BA5B-1BF60F1AFF4E}" type="presOf" srcId="{8237D45A-CFE0-476A-B604-C284E5F9B38F}" destId="{AAB0C96F-3925-4564-9CEE-E3FE2476BEC6}" srcOrd="0" destOrd="0" presId="urn:microsoft.com/office/officeart/2005/8/layout/process4"/>
    <dgm:cxn modelId="{0A1E09EE-92B4-4D78-B4A2-1BC84490627D}" type="presOf" srcId="{D8E03596-7C5A-4590-A4D0-0F2AFEA1752B}" destId="{D6806D8A-C73C-4DB1-80FE-0E0BD70CD340}" srcOrd="0" destOrd="0" presId="urn:microsoft.com/office/officeart/2005/8/layout/process4"/>
    <dgm:cxn modelId="{3ACA40F5-770F-4E5F-A9FE-5805FC4539D6}" type="presOf" srcId="{5EA2D216-E2E4-433E-BA13-29C231D4BB14}" destId="{B1F8F018-C8D2-41FD-9EF2-BDDF02872303}" srcOrd="0" destOrd="0" presId="urn:microsoft.com/office/officeart/2005/8/layout/process4"/>
    <dgm:cxn modelId="{43582B9C-3E5A-4841-9BD4-84F53036CCFC}" type="presParOf" srcId="{EB36D78F-A01C-4131-AA3F-E0CD07BBCA97}" destId="{A2A37D53-AC96-4ACD-99BC-4F21C5063458}" srcOrd="0" destOrd="0" presId="urn:microsoft.com/office/officeart/2005/8/layout/process4"/>
    <dgm:cxn modelId="{C525C4D9-E375-4EC3-BE40-207304BFAB8E}" type="presParOf" srcId="{A2A37D53-AC96-4ACD-99BC-4F21C5063458}" destId="{30055DDD-D7DA-4497-93A7-A0F163D2512F}" srcOrd="0" destOrd="0" presId="urn:microsoft.com/office/officeart/2005/8/layout/process4"/>
    <dgm:cxn modelId="{CF2AECC0-0D34-4D11-A353-1BE31DC72A5C}" type="presParOf" srcId="{A2A37D53-AC96-4ACD-99BC-4F21C5063458}" destId="{B50529D5-2E83-44D5-9FF1-D1500F1DE554}" srcOrd="1" destOrd="0" presId="urn:microsoft.com/office/officeart/2005/8/layout/process4"/>
    <dgm:cxn modelId="{C51D0C96-D0FD-4D19-B90D-9948F423307C}" type="presParOf" srcId="{A2A37D53-AC96-4ACD-99BC-4F21C5063458}" destId="{33FC9745-0D59-41EB-883A-8A6D74E8D53C}" srcOrd="2" destOrd="0" presId="urn:microsoft.com/office/officeart/2005/8/layout/process4"/>
    <dgm:cxn modelId="{103E5D10-C37F-413F-894B-6F4FD539B7C4}" type="presParOf" srcId="{33FC9745-0D59-41EB-883A-8A6D74E8D53C}" destId="{AAB0C96F-3925-4564-9CEE-E3FE2476BEC6}" srcOrd="0" destOrd="0" presId="urn:microsoft.com/office/officeart/2005/8/layout/process4"/>
    <dgm:cxn modelId="{8F4C9064-5625-4D62-A6EC-4CC09016565C}" type="presParOf" srcId="{33FC9745-0D59-41EB-883A-8A6D74E8D53C}" destId="{002909A9-1291-4EEE-9D61-0060C2BAA3D2}" srcOrd="1" destOrd="0" presId="urn:microsoft.com/office/officeart/2005/8/layout/process4"/>
    <dgm:cxn modelId="{8B5CF902-EF5F-4BD2-B33D-DDB743E4A6C8}" type="presParOf" srcId="{EB36D78F-A01C-4131-AA3F-E0CD07BBCA97}" destId="{18F3C6E0-1875-4B15-99FC-39600B6412A9}" srcOrd="1" destOrd="0" presId="urn:microsoft.com/office/officeart/2005/8/layout/process4"/>
    <dgm:cxn modelId="{1EE8EA6D-4EFC-4E19-B56B-31E3FA7FF6DD}" type="presParOf" srcId="{EB36D78F-A01C-4131-AA3F-E0CD07BBCA97}" destId="{977E6F5C-2492-4048-B2A9-EB72D9815DAB}" srcOrd="2" destOrd="0" presId="urn:microsoft.com/office/officeart/2005/8/layout/process4"/>
    <dgm:cxn modelId="{2487469F-7E9B-4B16-ADC2-037734B07844}" type="presParOf" srcId="{977E6F5C-2492-4048-B2A9-EB72D9815DAB}" destId="{E49E8734-AB55-4B67-821F-376C0B61D42A}" srcOrd="0" destOrd="0" presId="urn:microsoft.com/office/officeart/2005/8/layout/process4"/>
    <dgm:cxn modelId="{B02515CF-C5C1-49FE-99AF-8135FE48C8FB}" type="presParOf" srcId="{977E6F5C-2492-4048-B2A9-EB72D9815DAB}" destId="{EF9ACA5D-57F5-4949-AEFD-E01C57F17371}" srcOrd="1" destOrd="0" presId="urn:microsoft.com/office/officeart/2005/8/layout/process4"/>
    <dgm:cxn modelId="{4DC90248-AF99-4E85-8042-22B2B34D8AFB}" type="presParOf" srcId="{977E6F5C-2492-4048-B2A9-EB72D9815DAB}" destId="{4E434E9F-B5BD-481F-9FB5-3AE7FAEBA898}" srcOrd="2" destOrd="0" presId="urn:microsoft.com/office/officeart/2005/8/layout/process4"/>
    <dgm:cxn modelId="{41CE540D-E5F4-48CF-A713-77F66BB0F1BC}" type="presParOf" srcId="{4E434E9F-B5BD-481F-9FB5-3AE7FAEBA898}" destId="{C59688BF-F152-42B3-9F0C-2D316B35CE21}" srcOrd="0" destOrd="0" presId="urn:microsoft.com/office/officeart/2005/8/layout/process4"/>
    <dgm:cxn modelId="{1E19F357-07FD-432A-989A-8B524FF00162}" type="presParOf" srcId="{4E434E9F-B5BD-481F-9FB5-3AE7FAEBA898}" destId="{B1F8F018-C8D2-41FD-9EF2-BDDF02872303}" srcOrd="1" destOrd="0" presId="urn:microsoft.com/office/officeart/2005/8/layout/process4"/>
    <dgm:cxn modelId="{A308E089-45BF-4F99-A3DD-7D72A5B48139}" type="presParOf" srcId="{EB36D78F-A01C-4131-AA3F-E0CD07BBCA97}" destId="{7C1CB07D-89C2-40C1-96EE-4C4F676CEC4A}" srcOrd="3" destOrd="0" presId="urn:microsoft.com/office/officeart/2005/8/layout/process4"/>
    <dgm:cxn modelId="{E986B3B7-B99C-4167-A493-07C88C7646B5}" type="presParOf" srcId="{EB36D78F-A01C-4131-AA3F-E0CD07BBCA97}" destId="{A3EBD12F-C691-46E0-B67A-048E06A4124B}" srcOrd="4" destOrd="0" presId="urn:microsoft.com/office/officeart/2005/8/layout/process4"/>
    <dgm:cxn modelId="{1FA251D5-E0D7-4E74-8F5F-9E3797D1DEC3}" type="presParOf" srcId="{A3EBD12F-C691-46E0-B67A-048E06A4124B}" destId="{830DF9CB-C4B6-4ABE-8098-05A592DE58B2}" srcOrd="0" destOrd="0" presId="urn:microsoft.com/office/officeart/2005/8/layout/process4"/>
    <dgm:cxn modelId="{DDCF04F8-C74B-4DB6-BA3C-4A949F6CD2F6}" type="presParOf" srcId="{A3EBD12F-C691-46E0-B67A-048E06A4124B}" destId="{6FDCCCF9-B16D-4AF5-B7C5-FAEAED285B2E}" srcOrd="1" destOrd="0" presId="urn:microsoft.com/office/officeart/2005/8/layout/process4"/>
    <dgm:cxn modelId="{4626DAF1-DBEE-4D9F-897E-815EE2E0E0CE}" type="presParOf" srcId="{A3EBD12F-C691-46E0-B67A-048E06A4124B}" destId="{839A7D6A-5875-4FC5-85FF-DD58FACF3087}" srcOrd="2" destOrd="0" presId="urn:microsoft.com/office/officeart/2005/8/layout/process4"/>
    <dgm:cxn modelId="{D9BC06C6-D92D-4EF2-B707-455BA48C1593}" type="presParOf" srcId="{839A7D6A-5875-4FC5-85FF-DD58FACF3087}" destId="{ECAD2DDF-2B57-4D18-A448-A1B58481E16D}" srcOrd="0" destOrd="0" presId="urn:microsoft.com/office/officeart/2005/8/layout/process4"/>
    <dgm:cxn modelId="{253E4194-989A-45DA-ACA8-652718036B3B}" type="presParOf" srcId="{839A7D6A-5875-4FC5-85FF-DD58FACF3087}" destId="{C23D2F98-481B-4415-B395-C861C52BEDBC}" srcOrd="1" destOrd="0" presId="urn:microsoft.com/office/officeart/2005/8/layout/process4"/>
    <dgm:cxn modelId="{E8D9585A-4EA9-49AB-9DAF-046CE0FF57D5}" type="presParOf" srcId="{839A7D6A-5875-4FC5-85FF-DD58FACF3087}" destId="{D6806D8A-C73C-4DB1-80FE-0E0BD70CD340}" srcOrd="2" destOrd="0" presId="urn:microsoft.com/office/officeart/2005/8/layout/process4"/>
    <dgm:cxn modelId="{EDBF79CD-373E-454E-88AF-95D703A3A518}" type="presParOf" srcId="{EB36D78F-A01C-4131-AA3F-E0CD07BBCA97}" destId="{509D3693-39BD-4C8E-BA0E-F04E663F25C3}" srcOrd="5" destOrd="0" presId="urn:microsoft.com/office/officeart/2005/8/layout/process4"/>
    <dgm:cxn modelId="{ACED0B24-B12D-420B-8A6D-31F725614666}" type="presParOf" srcId="{EB36D78F-A01C-4131-AA3F-E0CD07BBCA97}" destId="{AA93113A-D320-4536-912C-1285B7A4D1BB}" srcOrd="6" destOrd="0" presId="urn:microsoft.com/office/officeart/2005/8/layout/process4"/>
    <dgm:cxn modelId="{7DD72060-F6BD-47FD-AB3D-294BA68E4BFB}" type="presParOf" srcId="{AA93113A-D320-4536-912C-1285B7A4D1BB}" destId="{7EB874D9-8A87-4679-83DD-28BCA640607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9F4C92-9EE9-4966-A16D-2020CFC82C0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D06B169-3DC8-4C7D-9C4E-E87F625C0FE3}">
      <dgm:prSet/>
      <dgm:spPr/>
      <dgm:t>
        <a:bodyPr/>
        <a:lstStyle/>
        <a:p>
          <a:r>
            <a:rPr lang="en-US" b="0" i="0" baseline="0" dirty="0">
              <a:solidFill>
                <a:schemeClr val="bg1"/>
              </a:solidFill>
            </a:rPr>
            <a:t>Awareness:</a:t>
          </a:r>
          <a:endParaRPr lang="en-US" b="0" dirty="0">
            <a:solidFill>
              <a:schemeClr val="bg1"/>
            </a:solidFill>
          </a:endParaRPr>
        </a:p>
      </dgm:t>
    </dgm:pt>
    <dgm:pt modelId="{AEDD3853-BD96-4E62-9909-82FF9A012ABD}" type="parTrans" cxnId="{55409C25-8912-45DD-9C87-52E836D05FB7}">
      <dgm:prSet/>
      <dgm:spPr/>
      <dgm:t>
        <a:bodyPr/>
        <a:lstStyle/>
        <a:p>
          <a:endParaRPr lang="en-US"/>
        </a:p>
      </dgm:t>
    </dgm:pt>
    <dgm:pt modelId="{68F872B4-AAF2-478C-9724-DFFE676607BD}" type="sibTrans" cxnId="{55409C25-8912-45DD-9C87-52E836D05FB7}">
      <dgm:prSet/>
      <dgm:spPr/>
      <dgm:t>
        <a:bodyPr/>
        <a:lstStyle/>
        <a:p>
          <a:endParaRPr lang="en-US"/>
        </a:p>
      </dgm:t>
    </dgm:pt>
    <dgm:pt modelId="{594175B5-7082-4D50-9C62-45D1AABE1166}">
      <dgm:prSet/>
      <dgm:spPr/>
      <dgm:t>
        <a:bodyPr/>
        <a:lstStyle/>
        <a:p>
          <a:r>
            <a:rPr lang="en-US" b="1" i="0" baseline="0" dirty="0"/>
            <a:t>Consideration</a:t>
          </a:r>
          <a:r>
            <a:rPr lang="en-US" b="0" i="0" baseline="0" dirty="0"/>
            <a:t>:</a:t>
          </a:r>
          <a:endParaRPr lang="en-US" dirty="0"/>
        </a:p>
      </dgm:t>
    </dgm:pt>
    <dgm:pt modelId="{114FABDB-07B0-43EA-97D8-5073226E0726}" type="parTrans" cxnId="{9BFDAAE3-3DCE-42E9-91C5-5C98DB480888}">
      <dgm:prSet/>
      <dgm:spPr/>
      <dgm:t>
        <a:bodyPr/>
        <a:lstStyle/>
        <a:p>
          <a:endParaRPr lang="en-US"/>
        </a:p>
      </dgm:t>
    </dgm:pt>
    <dgm:pt modelId="{8316728F-EEBF-4CC2-9073-0C1A0C9DA07C}" type="sibTrans" cxnId="{9BFDAAE3-3DCE-42E9-91C5-5C98DB480888}">
      <dgm:prSet/>
      <dgm:spPr/>
      <dgm:t>
        <a:bodyPr/>
        <a:lstStyle/>
        <a:p>
          <a:endParaRPr lang="en-US"/>
        </a:p>
      </dgm:t>
    </dgm:pt>
    <dgm:pt modelId="{134EBF0B-7A2F-4E74-AC65-ECA2B1C6F057}">
      <dgm:prSet/>
      <dgm:spPr/>
      <dgm:t>
        <a:bodyPr/>
        <a:lstStyle/>
        <a:p>
          <a:r>
            <a:rPr lang="en-US" b="1" i="0" baseline="0" dirty="0"/>
            <a:t>Decision</a:t>
          </a:r>
          <a:r>
            <a:rPr lang="en-US" b="0" i="0" baseline="0" dirty="0"/>
            <a:t>:</a:t>
          </a:r>
          <a:endParaRPr lang="en-US" dirty="0"/>
        </a:p>
      </dgm:t>
    </dgm:pt>
    <dgm:pt modelId="{3B35F6B5-A99E-49FC-AB93-A71216F35876}" type="parTrans" cxnId="{89CD9C5B-C6A0-468D-8676-D490005134FE}">
      <dgm:prSet/>
      <dgm:spPr/>
      <dgm:t>
        <a:bodyPr/>
        <a:lstStyle/>
        <a:p>
          <a:endParaRPr lang="en-US"/>
        </a:p>
      </dgm:t>
    </dgm:pt>
    <dgm:pt modelId="{6506FA1A-D161-457B-A15A-491F6C36EE3C}" type="sibTrans" cxnId="{89CD9C5B-C6A0-468D-8676-D490005134FE}">
      <dgm:prSet/>
      <dgm:spPr/>
      <dgm:t>
        <a:bodyPr/>
        <a:lstStyle/>
        <a:p>
          <a:endParaRPr lang="en-US"/>
        </a:p>
      </dgm:t>
    </dgm:pt>
    <dgm:pt modelId="{51A628A0-94CC-494C-B7DE-F3BEB61D159B}">
      <dgm:prSet/>
      <dgm:spPr/>
      <dgm:t>
        <a:bodyPr/>
        <a:lstStyle/>
        <a:p>
          <a:r>
            <a:rPr lang="en-US" b="0" i="0" baseline="0" dirty="0">
              <a:solidFill>
                <a:schemeClr val="bg1"/>
              </a:solidFill>
            </a:rPr>
            <a:t>Channels: LinkedIn, Industry Publications, Direct Email Outreach.
Tactics: Distribute articles on portfolio-wide connectivity benefits and gated whitepapers on ROI in large MDUs.</a:t>
          </a:r>
          <a:endParaRPr lang="en-US" b="0" dirty="0">
            <a:solidFill>
              <a:schemeClr val="bg1"/>
            </a:solidFill>
          </a:endParaRPr>
        </a:p>
      </dgm:t>
    </dgm:pt>
    <dgm:pt modelId="{33E39312-9BAF-46A9-ADA5-2024ACD9CA50}" type="parTrans" cxnId="{EC1EBC62-ED25-458D-85CD-A2DB96A82DA5}">
      <dgm:prSet/>
      <dgm:spPr/>
    </dgm:pt>
    <dgm:pt modelId="{12239C2A-AC32-4D73-A7DB-A61124F5189F}" type="sibTrans" cxnId="{EC1EBC62-ED25-458D-85CD-A2DB96A82DA5}">
      <dgm:prSet/>
      <dgm:spPr/>
      <dgm:t>
        <a:bodyPr/>
        <a:lstStyle/>
        <a:p>
          <a:endParaRPr lang="en-US"/>
        </a:p>
      </dgm:t>
    </dgm:pt>
    <dgm:pt modelId="{716C2B23-3B3E-4287-968F-DDF8449641B8}">
      <dgm:prSet/>
      <dgm:spPr/>
      <dgm:t>
        <a:bodyPr/>
        <a:lstStyle/>
        <a:p>
          <a:r>
            <a:rPr lang="en-US" b="0" i="0" baseline="0"/>
            <a:t>Channels</a:t>
          </a:r>
          <a:r>
            <a:rPr lang="en-US" b="0" i="0" baseline="0" dirty="0"/>
            <a:t>: LinkedIn InMail, Targeted Webinars, Email Nurturing.
</a:t>
          </a:r>
          <a:r>
            <a:rPr lang="en-US" b="0" i="0" baseline="0"/>
            <a:t>Tactics: Share case studies from high-value clients, emphasizing Celerity’s impact on operational efficiency across large portfolios.</a:t>
          </a:r>
          <a:endParaRPr lang="en-US" dirty="0"/>
        </a:p>
      </dgm:t>
    </dgm:pt>
    <dgm:pt modelId="{60D2935E-6791-4BA9-A17B-E05EEC4AD552}" type="parTrans" cxnId="{91651083-36FD-4335-85F8-33D450A48AFB}">
      <dgm:prSet/>
      <dgm:spPr/>
    </dgm:pt>
    <dgm:pt modelId="{49CD6344-7B25-4BE2-B343-783664A375CA}" type="sibTrans" cxnId="{91651083-36FD-4335-85F8-33D450A48AFB}">
      <dgm:prSet/>
      <dgm:spPr/>
      <dgm:t>
        <a:bodyPr/>
        <a:lstStyle/>
        <a:p>
          <a:endParaRPr lang="en-US"/>
        </a:p>
      </dgm:t>
    </dgm:pt>
    <dgm:pt modelId="{8139AE7C-4A1A-4219-BA3F-9D9D4FF4BEE5}">
      <dgm:prSet/>
      <dgm:spPr/>
      <dgm:t>
        <a:bodyPr/>
        <a:lstStyle/>
        <a:p>
          <a:r>
            <a:rPr lang="en-US" b="0" i="0" baseline="0" dirty="0"/>
            <a:t>Channels: LinkedIn, Direct Sales Outreach, BDA Follow-ups.
Tactics: Offer personalized proposals and executive briefings on portfolio-level improvements through fiber solutions.</a:t>
          </a:r>
          <a:endParaRPr lang="en-US" dirty="0"/>
        </a:p>
      </dgm:t>
    </dgm:pt>
    <dgm:pt modelId="{754807CB-AC44-447B-B18E-297E36F37E2D}" type="parTrans" cxnId="{DE4D8D87-A7B3-4B59-9E9C-65911E632249}">
      <dgm:prSet/>
      <dgm:spPr/>
    </dgm:pt>
    <dgm:pt modelId="{FD54F69F-F5C0-49D8-A83D-79ED47E4F587}" type="sibTrans" cxnId="{DE4D8D87-A7B3-4B59-9E9C-65911E632249}">
      <dgm:prSet/>
      <dgm:spPr/>
    </dgm:pt>
    <dgm:pt modelId="{FAD05351-2995-4DD9-B180-5DA38B6890BE}" type="pres">
      <dgm:prSet presAssocID="{689F4C92-9EE9-4966-A16D-2020CFC82C06}" presName="outerComposite" presStyleCnt="0">
        <dgm:presLayoutVars>
          <dgm:chMax val="5"/>
          <dgm:dir/>
          <dgm:resizeHandles val="exact"/>
        </dgm:presLayoutVars>
      </dgm:prSet>
      <dgm:spPr/>
    </dgm:pt>
    <dgm:pt modelId="{8B554C6F-92DE-46C1-B81F-9B5B711CB634}" type="pres">
      <dgm:prSet presAssocID="{689F4C92-9EE9-4966-A16D-2020CFC82C06}" presName="dummyMaxCanvas" presStyleCnt="0">
        <dgm:presLayoutVars/>
      </dgm:prSet>
      <dgm:spPr/>
    </dgm:pt>
    <dgm:pt modelId="{EAB61044-150E-4F4C-AAB6-DFFA6D44A72F}" type="pres">
      <dgm:prSet presAssocID="{689F4C92-9EE9-4966-A16D-2020CFC82C06}" presName="ThreeNodes_1" presStyleLbl="node1" presStyleIdx="0" presStyleCnt="3">
        <dgm:presLayoutVars>
          <dgm:bulletEnabled val="1"/>
        </dgm:presLayoutVars>
      </dgm:prSet>
      <dgm:spPr/>
    </dgm:pt>
    <dgm:pt modelId="{A191C251-ABC7-474E-9E16-22DA65F66767}" type="pres">
      <dgm:prSet presAssocID="{689F4C92-9EE9-4966-A16D-2020CFC82C06}" presName="ThreeNodes_2" presStyleLbl="node1" presStyleIdx="1" presStyleCnt="3">
        <dgm:presLayoutVars>
          <dgm:bulletEnabled val="1"/>
        </dgm:presLayoutVars>
      </dgm:prSet>
      <dgm:spPr/>
    </dgm:pt>
    <dgm:pt modelId="{55040BD7-50C0-4277-BD2D-8982961BBF7E}" type="pres">
      <dgm:prSet presAssocID="{689F4C92-9EE9-4966-A16D-2020CFC82C06}" presName="ThreeNodes_3" presStyleLbl="node1" presStyleIdx="2" presStyleCnt="3">
        <dgm:presLayoutVars>
          <dgm:bulletEnabled val="1"/>
        </dgm:presLayoutVars>
      </dgm:prSet>
      <dgm:spPr/>
    </dgm:pt>
    <dgm:pt modelId="{9F8B4D8E-5BFA-4609-9B5B-515D171FE02A}" type="pres">
      <dgm:prSet presAssocID="{689F4C92-9EE9-4966-A16D-2020CFC82C06}" presName="ThreeConn_1-2" presStyleLbl="fgAccFollowNode1" presStyleIdx="0" presStyleCnt="2">
        <dgm:presLayoutVars>
          <dgm:bulletEnabled val="1"/>
        </dgm:presLayoutVars>
      </dgm:prSet>
      <dgm:spPr/>
    </dgm:pt>
    <dgm:pt modelId="{8184DE79-D30A-4E11-9D84-0B772E857FAE}" type="pres">
      <dgm:prSet presAssocID="{689F4C92-9EE9-4966-A16D-2020CFC82C06}" presName="ThreeConn_2-3" presStyleLbl="fgAccFollowNode1" presStyleIdx="1" presStyleCnt="2">
        <dgm:presLayoutVars>
          <dgm:bulletEnabled val="1"/>
        </dgm:presLayoutVars>
      </dgm:prSet>
      <dgm:spPr/>
    </dgm:pt>
    <dgm:pt modelId="{AAF05F65-0921-477A-87C0-CAD1C281587E}" type="pres">
      <dgm:prSet presAssocID="{689F4C92-9EE9-4966-A16D-2020CFC82C06}" presName="ThreeNodes_1_text" presStyleLbl="node1" presStyleIdx="2" presStyleCnt="3">
        <dgm:presLayoutVars>
          <dgm:bulletEnabled val="1"/>
        </dgm:presLayoutVars>
      </dgm:prSet>
      <dgm:spPr/>
    </dgm:pt>
    <dgm:pt modelId="{C08B76DE-9745-480F-A6AF-C1F372F459A5}" type="pres">
      <dgm:prSet presAssocID="{689F4C92-9EE9-4966-A16D-2020CFC82C06}" presName="ThreeNodes_2_text" presStyleLbl="node1" presStyleIdx="2" presStyleCnt="3">
        <dgm:presLayoutVars>
          <dgm:bulletEnabled val="1"/>
        </dgm:presLayoutVars>
      </dgm:prSet>
      <dgm:spPr/>
    </dgm:pt>
    <dgm:pt modelId="{92AB9452-3045-4E4A-BFF2-3DCF38B9CC98}" type="pres">
      <dgm:prSet presAssocID="{689F4C92-9EE9-4966-A16D-2020CFC82C0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73DD401-887C-4673-9ADA-4348270ACE83}" type="presOf" srcId="{594175B5-7082-4D50-9C62-45D1AABE1166}" destId="{A191C251-ABC7-474E-9E16-22DA65F66767}" srcOrd="0" destOrd="0" presId="urn:microsoft.com/office/officeart/2005/8/layout/vProcess5"/>
    <dgm:cxn modelId="{14CDC819-F060-455D-8BA2-AFE8E80AC047}" type="presOf" srcId="{689F4C92-9EE9-4966-A16D-2020CFC82C06}" destId="{FAD05351-2995-4DD9-B180-5DA38B6890BE}" srcOrd="0" destOrd="0" presId="urn:microsoft.com/office/officeart/2005/8/layout/vProcess5"/>
    <dgm:cxn modelId="{55409C25-8912-45DD-9C87-52E836D05FB7}" srcId="{689F4C92-9EE9-4966-A16D-2020CFC82C06}" destId="{9D06B169-3DC8-4C7D-9C4E-E87F625C0FE3}" srcOrd="0" destOrd="0" parTransId="{AEDD3853-BD96-4E62-9909-82FF9A012ABD}" sibTransId="{68F872B4-AAF2-478C-9724-DFFE676607BD}"/>
    <dgm:cxn modelId="{C29B0B3A-5F36-48C0-8017-8276CAF9F762}" type="presOf" srcId="{51A628A0-94CC-494C-B7DE-F3BEB61D159B}" destId="{AAF05F65-0921-477A-87C0-CAD1C281587E}" srcOrd="1" destOrd="1" presId="urn:microsoft.com/office/officeart/2005/8/layout/vProcess5"/>
    <dgm:cxn modelId="{E344C53A-88A7-4E5B-A2F1-DD3FDFD6B3AD}" type="presOf" srcId="{134EBF0B-7A2F-4E74-AC65-ECA2B1C6F057}" destId="{92AB9452-3045-4E4A-BFF2-3DCF38B9CC98}" srcOrd="1" destOrd="0" presId="urn:microsoft.com/office/officeart/2005/8/layout/vProcess5"/>
    <dgm:cxn modelId="{0E9B973C-2DC7-471E-A53E-8C732B3BEDCB}" type="presOf" srcId="{68F872B4-AAF2-478C-9724-DFFE676607BD}" destId="{9F8B4D8E-5BFA-4609-9B5B-515D171FE02A}" srcOrd="0" destOrd="0" presId="urn:microsoft.com/office/officeart/2005/8/layout/vProcess5"/>
    <dgm:cxn modelId="{89CD9C5B-C6A0-468D-8676-D490005134FE}" srcId="{689F4C92-9EE9-4966-A16D-2020CFC82C06}" destId="{134EBF0B-7A2F-4E74-AC65-ECA2B1C6F057}" srcOrd="2" destOrd="0" parTransId="{3B35F6B5-A99E-49FC-AB93-A71216F35876}" sibTransId="{6506FA1A-D161-457B-A15A-491F6C36EE3C}"/>
    <dgm:cxn modelId="{EC1EBC62-ED25-458D-85CD-A2DB96A82DA5}" srcId="{9D06B169-3DC8-4C7D-9C4E-E87F625C0FE3}" destId="{51A628A0-94CC-494C-B7DE-F3BEB61D159B}" srcOrd="0" destOrd="0" parTransId="{33E39312-9BAF-46A9-ADA5-2024ACD9CA50}" sibTransId="{12239C2A-AC32-4D73-A7DB-A61124F5189F}"/>
    <dgm:cxn modelId="{09F7DE69-B04E-4DB5-B965-38DA2E957995}" type="presOf" srcId="{716C2B23-3B3E-4287-968F-DDF8449641B8}" destId="{A191C251-ABC7-474E-9E16-22DA65F66767}" srcOrd="0" destOrd="1" presId="urn:microsoft.com/office/officeart/2005/8/layout/vProcess5"/>
    <dgm:cxn modelId="{E759244C-458A-46D1-BA10-59721F386B4B}" type="presOf" srcId="{134EBF0B-7A2F-4E74-AC65-ECA2B1C6F057}" destId="{55040BD7-50C0-4277-BD2D-8982961BBF7E}" srcOrd="0" destOrd="0" presId="urn:microsoft.com/office/officeart/2005/8/layout/vProcess5"/>
    <dgm:cxn modelId="{A01EC64D-ED59-403D-AEE8-093013310096}" type="presOf" srcId="{8139AE7C-4A1A-4219-BA3F-9D9D4FF4BEE5}" destId="{55040BD7-50C0-4277-BD2D-8982961BBF7E}" srcOrd="0" destOrd="1" presId="urn:microsoft.com/office/officeart/2005/8/layout/vProcess5"/>
    <dgm:cxn modelId="{7F03847B-8826-4597-9968-6F273D07AC7D}" type="presOf" srcId="{716C2B23-3B3E-4287-968F-DDF8449641B8}" destId="{C08B76DE-9745-480F-A6AF-C1F372F459A5}" srcOrd="1" destOrd="1" presId="urn:microsoft.com/office/officeart/2005/8/layout/vProcess5"/>
    <dgm:cxn modelId="{91651083-36FD-4335-85F8-33D450A48AFB}" srcId="{594175B5-7082-4D50-9C62-45D1AABE1166}" destId="{716C2B23-3B3E-4287-968F-DDF8449641B8}" srcOrd="0" destOrd="0" parTransId="{60D2935E-6791-4BA9-A17B-E05EEC4AD552}" sibTransId="{49CD6344-7B25-4BE2-B343-783664A375CA}"/>
    <dgm:cxn modelId="{DE4D8D87-A7B3-4B59-9E9C-65911E632249}" srcId="{134EBF0B-7A2F-4E74-AC65-ECA2B1C6F057}" destId="{8139AE7C-4A1A-4219-BA3F-9D9D4FF4BEE5}" srcOrd="0" destOrd="0" parTransId="{754807CB-AC44-447B-B18E-297E36F37E2D}" sibTransId="{FD54F69F-F5C0-49D8-A83D-79ED47E4F587}"/>
    <dgm:cxn modelId="{13C280B7-2FA8-4ECE-890E-D10D8C98194F}" type="presOf" srcId="{51A628A0-94CC-494C-B7DE-F3BEB61D159B}" destId="{EAB61044-150E-4F4C-AAB6-DFFA6D44A72F}" srcOrd="0" destOrd="1" presId="urn:microsoft.com/office/officeart/2005/8/layout/vProcess5"/>
    <dgm:cxn modelId="{4BACA0C2-C242-4482-B51B-CEDC93919491}" type="presOf" srcId="{8316728F-EEBF-4CC2-9073-0C1A0C9DA07C}" destId="{8184DE79-D30A-4E11-9D84-0B772E857FAE}" srcOrd="0" destOrd="0" presId="urn:microsoft.com/office/officeart/2005/8/layout/vProcess5"/>
    <dgm:cxn modelId="{814D07D6-3F35-4FD1-B4D5-88946F572FC0}" type="presOf" srcId="{8139AE7C-4A1A-4219-BA3F-9D9D4FF4BEE5}" destId="{92AB9452-3045-4E4A-BFF2-3DCF38B9CC98}" srcOrd="1" destOrd="1" presId="urn:microsoft.com/office/officeart/2005/8/layout/vProcess5"/>
    <dgm:cxn modelId="{9BFDAAE3-3DCE-42E9-91C5-5C98DB480888}" srcId="{689F4C92-9EE9-4966-A16D-2020CFC82C06}" destId="{594175B5-7082-4D50-9C62-45D1AABE1166}" srcOrd="1" destOrd="0" parTransId="{114FABDB-07B0-43EA-97D8-5073226E0726}" sibTransId="{8316728F-EEBF-4CC2-9073-0C1A0C9DA07C}"/>
    <dgm:cxn modelId="{DBCC8FE4-A622-4213-9185-724190723252}" type="presOf" srcId="{594175B5-7082-4D50-9C62-45D1AABE1166}" destId="{C08B76DE-9745-480F-A6AF-C1F372F459A5}" srcOrd="1" destOrd="0" presId="urn:microsoft.com/office/officeart/2005/8/layout/vProcess5"/>
    <dgm:cxn modelId="{CF64BEEF-933F-4E0E-B050-8E7A4A01B507}" type="presOf" srcId="{9D06B169-3DC8-4C7D-9C4E-E87F625C0FE3}" destId="{AAF05F65-0921-477A-87C0-CAD1C281587E}" srcOrd="1" destOrd="0" presId="urn:microsoft.com/office/officeart/2005/8/layout/vProcess5"/>
    <dgm:cxn modelId="{743E29FA-0265-4D89-A292-B7BB632322F2}" type="presOf" srcId="{9D06B169-3DC8-4C7D-9C4E-E87F625C0FE3}" destId="{EAB61044-150E-4F4C-AAB6-DFFA6D44A72F}" srcOrd="0" destOrd="0" presId="urn:microsoft.com/office/officeart/2005/8/layout/vProcess5"/>
    <dgm:cxn modelId="{2769C6A4-470A-405A-AC0E-7DFD9FD7B701}" type="presParOf" srcId="{FAD05351-2995-4DD9-B180-5DA38B6890BE}" destId="{8B554C6F-92DE-46C1-B81F-9B5B711CB634}" srcOrd="0" destOrd="0" presId="urn:microsoft.com/office/officeart/2005/8/layout/vProcess5"/>
    <dgm:cxn modelId="{3A359BE5-135E-4AFA-9E31-9B90BB7B0C78}" type="presParOf" srcId="{FAD05351-2995-4DD9-B180-5DA38B6890BE}" destId="{EAB61044-150E-4F4C-AAB6-DFFA6D44A72F}" srcOrd="1" destOrd="0" presId="urn:microsoft.com/office/officeart/2005/8/layout/vProcess5"/>
    <dgm:cxn modelId="{2A0F653D-DAE5-4AD4-8917-1EE321B892E4}" type="presParOf" srcId="{FAD05351-2995-4DD9-B180-5DA38B6890BE}" destId="{A191C251-ABC7-474E-9E16-22DA65F66767}" srcOrd="2" destOrd="0" presId="urn:microsoft.com/office/officeart/2005/8/layout/vProcess5"/>
    <dgm:cxn modelId="{D892945D-396E-4F24-94F7-300C9B6B6F56}" type="presParOf" srcId="{FAD05351-2995-4DD9-B180-5DA38B6890BE}" destId="{55040BD7-50C0-4277-BD2D-8982961BBF7E}" srcOrd="3" destOrd="0" presId="urn:microsoft.com/office/officeart/2005/8/layout/vProcess5"/>
    <dgm:cxn modelId="{1149F4C6-CDC4-4BEE-A572-23B2D6ABD308}" type="presParOf" srcId="{FAD05351-2995-4DD9-B180-5DA38B6890BE}" destId="{9F8B4D8E-5BFA-4609-9B5B-515D171FE02A}" srcOrd="4" destOrd="0" presId="urn:microsoft.com/office/officeart/2005/8/layout/vProcess5"/>
    <dgm:cxn modelId="{0FC54761-3E79-4D9F-A3ED-B414539A6E40}" type="presParOf" srcId="{FAD05351-2995-4DD9-B180-5DA38B6890BE}" destId="{8184DE79-D30A-4E11-9D84-0B772E857FAE}" srcOrd="5" destOrd="0" presId="urn:microsoft.com/office/officeart/2005/8/layout/vProcess5"/>
    <dgm:cxn modelId="{F10AA811-043B-47B4-AAF7-6711D3A8B6C9}" type="presParOf" srcId="{FAD05351-2995-4DD9-B180-5DA38B6890BE}" destId="{AAF05F65-0921-477A-87C0-CAD1C281587E}" srcOrd="6" destOrd="0" presId="urn:microsoft.com/office/officeart/2005/8/layout/vProcess5"/>
    <dgm:cxn modelId="{7BF86B10-FBB4-4C66-A3EF-1830EDDA454E}" type="presParOf" srcId="{FAD05351-2995-4DD9-B180-5DA38B6890BE}" destId="{C08B76DE-9745-480F-A6AF-C1F372F459A5}" srcOrd="7" destOrd="0" presId="urn:microsoft.com/office/officeart/2005/8/layout/vProcess5"/>
    <dgm:cxn modelId="{4BED121A-4068-4AE0-AC95-B2E8C40B3073}" type="presParOf" srcId="{FAD05351-2995-4DD9-B180-5DA38B6890BE}" destId="{92AB9452-3045-4E4A-BFF2-3DCF38B9CC9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0537C1-088A-4470-B232-3B2E698E9199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E116CE-4C53-4E40-8FFA-8B4296FC9E09}">
      <dgm:prSet/>
      <dgm:spPr/>
      <dgm:t>
        <a:bodyPr/>
        <a:lstStyle/>
        <a:p>
          <a:r>
            <a:rPr lang="en-US" b="1" dirty="0"/>
            <a:t>Role and Influence</a:t>
          </a:r>
          <a:r>
            <a:rPr lang="en-US" dirty="0"/>
            <a:t>: These are often members of HOA boards, building managers, or other officials responsible for making communal decisions. They balance tenant needs with community budget constraints and operational goals.</a:t>
          </a:r>
        </a:p>
      </dgm:t>
    </dgm:pt>
    <dgm:pt modelId="{3EB4347C-0DB1-44D4-B910-30D1B088603A}" type="parTrans" cxnId="{68590CAA-39DE-47C6-9848-434F69F9DB18}">
      <dgm:prSet/>
      <dgm:spPr/>
      <dgm:t>
        <a:bodyPr/>
        <a:lstStyle/>
        <a:p>
          <a:endParaRPr lang="en-US"/>
        </a:p>
      </dgm:t>
    </dgm:pt>
    <dgm:pt modelId="{091FAAA6-1793-450A-8630-38339FA2186B}" type="sibTrans" cxnId="{68590CAA-39DE-47C6-9848-434F69F9DB18}">
      <dgm:prSet/>
      <dgm:spPr/>
      <dgm:t>
        <a:bodyPr/>
        <a:lstStyle/>
        <a:p>
          <a:endParaRPr lang="en-US"/>
        </a:p>
      </dgm:t>
    </dgm:pt>
    <dgm:pt modelId="{DE0EE50C-1D64-4EC7-A349-9F8A7EDB4BD1}">
      <dgm:prSet/>
      <dgm:spPr/>
      <dgm:t>
        <a:bodyPr/>
        <a:lstStyle/>
        <a:p>
          <a:r>
            <a:rPr lang="en-US" b="1"/>
            <a:t>Key Drivers</a:t>
          </a:r>
          <a:r>
            <a:rPr lang="en-US"/>
            <a:t>:</a:t>
          </a:r>
        </a:p>
      </dgm:t>
    </dgm:pt>
    <dgm:pt modelId="{465F2951-E4F1-4174-9709-F2856A14972F}" type="parTrans" cxnId="{F905CA88-0A8D-42E4-ACD7-5EED93730F2B}">
      <dgm:prSet/>
      <dgm:spPr/>
      <dgm:t>
        <a:bodyPr/>
        <a:lstStyle/>
        <a:p>
          <a:endParaRPr lang="en-US"/>
        </a:p>
      </dgm:t>
    </dgm:pt>
    <dgm:pt modelId="{C373D6D1-A222-4D60-BEC2-0475F26AAEB9}" type="sibTrans" cxnId="{F905CA88-0A8D-42E4-ACD7-5EED93730F2B}">
      <dgm:prSet/>
      <dgm:spPr/>
      <dgm:t>
        <a:bodyPr/>
        <a:lstStyle/>
        <a:p>
          <a:endParaRPr lang="en-US"/>
        </a:p>
      </dgm:t>
    </dgm:pt>
    <dgm:pt modelId="{B4F6F7AD-4598-4C2F-BE54-681AF03DAC42}">
      <dgm:prSet/>
      <dgm:spPr/>
      <dgm:t>
        <a:bodyPr/>
        <a:lstStyle/>
        <a:p>
          <a:r>
            <a:rPr lang="en-US" b="1"/>
            <a:t>Community Satisfaction</a:t>
          </a:r>
          <a:r>
            <a:rPr lang="en-US"/>
            <a:t>: They want services that improve the overall resident experience and increase occupancy rates.</a:t>
          </a:r>
          <a:endParaRPr lang="en-US" dirty="0"/>
        </a:p>
      </dgm:t>
    </dgm:pt>
    <dgm:pt modelId="{FB178852-77D4-4852-B151-808FCBF7F161}" type="parTrans" cxnId="{AB044C39-E594-4797-9811-FC6C57A45723}">
      <dgm:prSet/>
      <dgm:spPr/>
      <dgm:t>
        <a:bodyPr/>
        <a:lstStyle/>
        <a:p>
          <a:endParaRPr lang="en-US"/>
        </a:p>
      </dgm:t>
    </dgm:pt>
    <dgm:pt modelId="{16054BDC-4668-4648-98DE-9327CDF8872C}" type="sibTrans" cxnId="{AB044C39-E594-4797-9811-FC6C57A45723}">
      <dgm:prSet/>
      <dgm:spPr/>
      <dgm:t>
        <a:bodyPr/>
        <a:lstStyle/>
        <a:p>
          <a:endParaRPr lang="en-US"/>
        </a:p>
      </dgm:t>
    </dgm:pt>
    <dgm:pt modelId="{A1275BC0-614C-4661-A8CE-5ED7C4A24125}">
      <dgm:prSet/>
      <dgm:spPr/>
      <dgm:t>
        <a:bodyPr/>
        <a:lstStyle/>
        <a:p>
          <a:r>
            <a:rPr lang="en-US" b="1" dirty="0"/>
            <a:t>Pain Points</a:t>
          </a:r>
          <a:r>
            <a:rPr lang="en-US" dirty="0"/>
            <a:t>:</a:t>
          </a:r>
        </a:p>
      </dgm:t>
    </dgm:pt>
    <dgm:pt modelId="{99FFC88B-D792-4565-B1A3-FA33248A4C10}" type="parTrans" cxnId="{D0AF4A67-DE67-445A-9020-F360C7AA0B44}">
      <dgm:prSet/>
      <dgm:spPr/>
      <dgm:t>
        <a:bodyPr/>
        <a:lstStyle/>
        <a:p>
          <a:endParaRPr lang="en-US"/>
        </a:p>
      </dgm:t>
    </dgm:pt>
    <dgm:pt modelId="{51DC0823-0B4B-4EA5-8FDF-5153BE68F030}" type="sibTrans" cxnId="{D0AF4A67-DE67-445A-9020-F360C7AA0B44}">
      <dgm:prSet/>
      <dgm:spPr/>
      <dgm:t>
        <a:bodyPr/>
        <a:lstStyle/>
        <a:p>
          <a:endParaRPr lang="en-US"/>
        </a:p>
      </dgm:t>
    </dgm:pt>
    <dgm:pt modelId="{5F5C4C22-5B24-4560-B363-D2AA206D0318}">
      <dgm:prSet/>
      <dgm:spPr/>
      <dgm:t>
        <a:bodyPr/>
        <a:lstStyle/>
        <a:p>
          <a:r>
            <a:rPr lang="en-US" b="1" dirty="0"/>
            <a:t>Service Reliability</a:t>
          </a:r>
          <a:r>
            <a:rPr lang="en-US" dirty="0"/>
            <a:t>: Concerns about outages or inadequate speeds affecting resident satisfaction.</a:t>
          </a:r>
        </a:p>
      </dgm:t>
    </dgm:pt>
    <dgm:pt modelId="{69780B1F-3F8C-4751-939E-8394334A6AE9}" type="parTrans" cxnId="{DDA36F42-7B14-4FE4-9FEF-D282B31CDC10}">
      <dgm:prSet/>
      <dgm:spPr/>
      <dgm:t>
        <a:bodyPr/>
        <a:lstStyle/>
        <a:p>
          <a:endParaRPr lang="en-US"/>
        </a:p>
      </dgm:t>
    </dgm:pt>
    <dgm:pt modelId="{417FEDA1-3144-4E50-8433-918C4C06436C}" type="sibTrans" cxnId="{DDA36F42-7B14-4FE4-9FEF-D282B31CDC10}">
      <dgm:prSet/>
      <dgm:spPr/>
      <dgm:t>
        <a:bodyPr/>
        <a:lstStyle/>
        <a:p>
          <a:endParaRPr lang="en-US"/>
        </a:p>
      </dgm:t>
    </dgm:pt>
    <dgm:pt modelId="{10DB06C3-CFEA-4889-AF0F-25FF890FF960}">
      <dgm:prSet/>
      <dgm:spPr/>
      <dgm:t>
        <a:bodyPr/>
        <a:lstStyle/>
        <a:p>
          <a:r>
            <a:rPr lang="en-US" b="1" dirty="0"/>
            <a:t>Messaging Approach</a:t>
          </a:r>
          <a:r>
            <a:rPr lang="en-US" dirty="0"/>
            <a:t>:</a:t>
          </a:r>
        </a:p>
      </dgm:t>
    </dgm:pt>
    <dgm:pt modelId="{E512AC18-232F-4C82-9A1F-CF2A2B9395C3}" type="parTrans" cxnId="{45C37866-54DB-46A7-80FE-8ED1908ECDFF}">
      <dgm:prSet/>
      <dgm:spPr/>
      <dgm:t>
        <a:bodyPr/>
        <a:lstStyle/>
        <a:p>
          <a:endParaRPr lang="en-US"/>
        </a:p>
      </dgm:t>
    </dgm:pt>
    <dgm:pt modelId="{69203C51-94F9-4E98-8A6E-F296047062B0}" type="sibTrans" cxnId="{45C37866-54DB-46A7-80FE-8ED1908ECDFF}">
      <dgm:prSet/>
      <dgm:spPr/>
      <dgm:t>
        <a:bodyPr/>
        <a:lstStyle/>
        <a:p>
          <a:endParaRPr lang="en-US"/>
        </a:p>
      </dgm:t>
    </dgm:pt>
    <dgm:pt modelId="{8237D45A-CFE0-476A-B604-C284E5F9B38F}">
      <dgm:prSet/>
      <dgm:spPr/>
      <dgm:t>
        <a:bodyPr/>
        <a:lstStyle/>
        <a:p>
          <a:r>
            <a:rPr lang="en-US" b="1"/>
            <a:t>Cost-Benefit Content</a:t>
          </a:r>
          <a:r>
            <a:rPr lang="en-US"/>
            <a:t>: Use cost-saving case studies and guides like “Why Fiber is the Best Investment for MDUs” to address budget concerns.</a:t>
          </a:r>
          <a:endParaRPr lang="en-US" dirty="0"/>
        </a:p>
      </dgm:t>
    </dgm:pt>
    <dgm:pt modelId="{534D7F51-A8CF-413F-A5DD-3D94FD882778}" type="parTrans" cxnId="{D67D1E69-7745-44C8-8AA8-F05F45D926BA}">
      <dgm:prSet/>
      <dgm:spPr/>
      <dgm:t>
        <a:bodyPr/>
        <a:lstStyle/>
        <a:p>
          <a:endParaRPr lang="en-US"/>
        </a:p>
      </dgm:t>
    </dgm:pt>
    <dgm:pt modelId="{6D426AC2-CACC-424D-8F6F-C3EEA24219F5}" type="sibTrans" cxnId="{D67D1E69-7745-44C8-8AA8-F05F45D926BA}">
      <dgm:prSet/>
      <dgm:spPr/>
      <dgm:t>
        <a:bodyPr/>
        <a:lstStyle/>
        <a:p>
          <a:endParaRPr lang="en-US"/>
        </a:p>
      </dgm:t>
    </dgm:pt>
    <dgm:pt modelId="{DD2C837F-FB37-4DAF-A1AB-8F1963AAACE4}">
      <dgm:prSet/>
      <dgm:spPr/>
      <dgm:t>
        <a:bodyPr/>
        <a:lstStyle/>
        <a:p>
          <a:r>
            <a:rPr lang="en-US" b="1"/>
            <a:t>Ease of Use and Support</a:t>
          </a:r>
          <a:r>
            <a:rPr lang="en-US"/>
            <a:t>: Reliable service and accessible support are top priorities to minimize disruption and resident complaints.</a:t>
          </a:r>
          <a:endParaRPr lang="en-US" dirty="0"/>
        </a:p>
      </dgm:t>
    </dgm:pt>
    <dgm:pt modelId="{DFF2B56D-94C0-4D68-B6CE-B9590567FB3C}" type="parTrans" cxnId="{49FED78B-BEE5-4497-B1B0-F8EFBA7B6C54}">
      <dgm:prSet/>
      <dgm:spPr/>
      <dgm:t>
        <a:bodyPr/>
        <a:lstStyle/>
        <a:p>
          <a:endParaRPr lang="en-US"/>
        </a:p>
      </dgm:t>
    </dgm:pt>
    <dgm:pt modelId="{BC426FAD-B6F3-4484-BDD9-9FB06BE02C72}" type="sibTrans" cxnId="{49FED78B-BEE5-4497-B1B0-F8EFBA7B6C54}">
      <dgm:prSet/>
      <dgm:spPr/>
      <dgm:t>
        <a:bodyPr/>
        <a:lstStyle/>
        <a:p>
          <a:endParaRPr lang="en-US"/>
        </a:p>
      </dgm:t>
    </dgm:pt>
    <dgm:pt modelId="{CE2F0B9D-3981-410A-A918-7BDB58725F0E}">
      <dgm:prSet/>
      <dgm:spPr/>
      <dgm:t>
        <a:bodyPr/>
        <a:lstStyle/>
        <a:p>
          <a:r>
            <a:rPr lang="en-US" b="1"/>
            <a:t>Budget Constraints</a:t>
          </a:r>
          <a:r>
            <a:rPr lang="en-US"/>
            <a:t>: They often operate under tight budgets and need cost-effective solutions.</a:t>
          </a:r>
          <a:endParaRPr lang="en-US" dirty="0"/>
        </a:p>
      </dgm:t>
    </dgm:pt>
    <dgm:pt modelId="{C27543F9-83E8-47C7-A40B-6CA4B904C79E}" type="parTrans" cxnId="{CF097EB2-BE99-44EB-8F61-3796C2FB751E}">
      <dgm:prSet/>
      <dgm:spPr/>
      <dgm:t>
        <a:bodyPr/>
        <a:lstStyle/>
        <a:p>
          <a:endParaRPr lang="en-US"/>
        </a:p>
      </dgm:t>
    </dgm:pt>
    <dgm:pt modelId="{E0DABE68-75CA-4B76-AAAC-8A5BD9EC01B0}" type="sibTrans" cxnId="{CF097EB2-BE99-44EB-8F61-3796C2FB751E}">
      <dgm:prSet/>
      <dgm:spPr/>
      <dgm:t>
        <a:bodyPr/>
        <a:lstStyle/>
        <a:p>
          <a:endParaRPr lang="en-US"/>
        </a:p>
      </dgm:t>
    </dgm:pt>
    <dgm:pt modelId="{73742DC7-5AFB-4FC4-9EEA-7900DBFDCF58}">
      <dgm:prSet/>
      <dgm:spPr/>
      <dgm:t>
        <a:bodyPr/>
        <a:lstStyle/>
        <a:p>
          <a:r>
            <a:rPr lang="en-US" b="1"/>
            <a:t>Practicality-Focused Outreach</a:t>
          </a:r>
          <a:r>
            <a:rPr lang="en-US"/>
            <a:t>: Emphasize managed WiFi solutions that minimize hassle and highlight testimonials from similar community setups.</a:t>
          </a:r>
          <a:endParaRPr lang="en-US" dirty="0"/>
        </a:p>
      </dgm:t>
    </dgm:pt>
    <dgm:pt modelId="{F7C33E04-3D34-43CA-9DD5-E2CC4D9D683B}" type="parTrans" cxnId="{A85844CC-74D0-42C3-91F4-566DCBF2B198}">
      <dgm:prSet/>
      <dgm:spPr/>
      <dgm:t>
        <a:bodyPr/>
        <a:lstStyle/>
        <a:p>
          <a:endParaRPr lang="en-US"/>
        </a:p>
      </dgm:t>
    </dgm:pt>
    <dgm:pt modelId="{5CC6CB84-238E-483A-8C80-021D66853F42}" type="sibTrans" cxnId="{A85844CC-74D0-42C3-91F4-566DCBF2B198}">
      <dgm:prSet/>
      <dgm:spPr/>
      <dgm:t>
        <a:bodyPr/>
        <a:lstStyle/>
        <a:p>
          <a:endParaRPr lang="en-US"/>
        </a:p>
      </dgm:t>
    </dgm:pt>
    <dgm:pt modelId="{EB36D78F-A01C-4131-AA3F-E0CD07BBCA97}" type="pres">
      <dgm:prSet presAssocID="{D10537C1-088A-4470-B232-3B2E698E9199}" presName="Name0" presStyleCnt="0">
        <dgm:presLayoutVars>
          <dgm:dir/>
          <dgm:animLvl val="lvl"/>
          <dgm:resizeHandles val="exact"/>
        </dgm:presLayoutVars>
      </dgm:prSet>
      <dgm:spPr/>
    </dgm:pt>
    <dgm:pt modelId="{A2A37D53-AC96-4ACD-99BC-4F21C5063458}" type="pres">
      <dgm:prSet presAssocID="{10DB06C3-CFEA-4889-AF0F-25FF890FF960}" presName="boxAndChildren" presStyleCnt="0"/>
      <dgm:spPr/>
    </dgm:pt>
    <dgm:pt modelId="{30055DDD-D7DA-4497-93A7-A0F163D2512F}" type="pres">
      <dgm:prSet presAssocID="{10DB06C3-CFEA-4889-AF0F-25FF890FF960}" presName="parentTextBox" presStyleLbl="node1" presStyleIdx="0" presStyleCnt="4"/>
      <dgm:spPr/>
    </dgm:pt>
    <dgm:pt modelId="{B50529D5-2E83-44D5-9FF1-D1500F1DE554}" type="pres">
      <dgm:prSet presAssocID="{10DB06C3-CFEA-4889-AF0F-25FF890FF960}" presName="entireBox" presStyleLbl="node1" presStyleIdx="0" presStyleCnt="4"/>
      <dgm:spPr/>
    </dgm:pt>
    <dgm:pt modelId="{33FC9745-0D59-41EB-883A-8A6D74E8D53C}" type="pres">
      <dgm:prSet presAssocID="{10DB06C3-CFEA-4889-AF0F-25FF890FF960}" presName="descendantBox" presStyleCnt="0"/>
      <dgm:spPr/>
    </dgm:pt>
    <dgm:pt modelId="{AAB0C96F-3925-4564-9CEE-E3FE2476BEC6}" type="pres">
      <dgm:prSet presAssocID="{8237D45A-CFE0-476A-B604-C284E5F9B38F}" presName="childTextBox" presStyleLbl="fgAccFollowNode1" presStyleIdx="0" presStyleCnt="6">
        <dgm:presLayoutVars>
          <dgm:bulletEnabled val="1"/>
        </dgm:presLayoutVars>
      </dgm:prSet>
      <dgm:spPr/>
    </dgm:pt>
    <dgm:pt modelId="{F3D36B3F-0CDC-410E-B58C-3D313EE5EBC8}" type="pres">
      <dgm:prSet presAssocID="{73742DC7-5AFB-4FC4-9EEA-7900DBFDCF58}" presName="childTextBox" presStyleLbl="fgAccFollowNode1" presStyleIdx="1" presStyleCnt="6">
        <dgm:presLayoutVars>
          <dgm:bulletEnabled val="1"/>
        </dgm:presLayoutVars>
      </dgm:prSet>
      <dgm:spPr/>
    </dgm:pt>
    <dgm:pt modelId="{18F3C6E0-1875-4B15-99FC-39600B6412A9}" type="pres">
      <dgm:prSet presAssocID="{51DC0823-0B4B-4EA5-8FDF-5153BE68F030}" presName="sp" presStyleCnt="0"/>
      <dgm:spPr/>
    </dgm:pt>
    <dgm:pt modelId="{977E6F5C-2492-4048-B2A9-EB72D9815DAB}" type="pres">
      <dgm:prSet presAssocID="{A1275BC0-614C-4661-A8CE-5ED7C4A24125}" presName="arrowAndChildren" presStyleCnt="0"/>
      <dgm:spPr/>
    </dgm:pt>
    <dgm:pt modelId="{E49E8734-AB55-4B67-821F-376C0B61D42A}" type="pres">
      <dgm:prSet presAssocID="{A1275BC0-614C-4661-A8CE-5ED7C4A24125}" presName="parentTextArrow" presStyleLbl="node1" presStyleIdx="0" presStyleCnt="4"/>
      <dgm:spPr/>
    </dgm:pt>
    <dgm:pt modelId="{EF9ACA5D-57F5-4949-AEFD-E01C57F17371}" type="pres">
      <dgm:prSet presAssocID="{A1275BC0-614C-4661-A8CE-5ED7C4A24125}" presName="arrow" presStyleLbl="node1" presStyleIdx="1" presStyleCnt="4"/>
      <dgm:spPr/>
    </dgm:pt>
    <dgm:pt modelId="{4E434E9F-B5BD-481F-9FB5-3AE7FAEBA898}" type="pres">
      <dgm:prSet presAssocID="{A1275BC0-614C-4661-A8CE-5ED7C4A24125}" presName="descendantArrow" presStyleCnt="0"/>
      <dgm:spPr/>
    </dgm:pt>
    <dgm:pt modelId="{C59688BF-F152-42B3-9F0C-2D316B35CE21}" type="pres">
      <dgm:prSet presAssocID="{5F5C4C22-5B24-4560-B363-D2AA206D0318}" presName="childTextArrow" presStyleLbl="fgAccFollowNode1" presStyleIdx="2" presStyleCnt="6">
        <dgm:presLayoutVars>
          <dgm:bulletEnabled val="1"/>
        </dgm:presLayoutVars>
      </dgm:prSet>
      <dgm:spPr/>
    </dgm:pt>
    <dgm:pt modelId="{E0B3C9DD-417A-4065-9E84-6A4F5B884288}" type="pres">
      <dgm:prSet presAssocID="{CE2F0B9D-3981-410A-A918-7BDB58725F0E}" presName="childTextArrow" presStyleLbl="fgAccFollowNode1" presStyleIdx="3" presStyleCnt="6">
        <dgm:presLayoutVars>
          <dgm:bulletEnabled val="1"/>
        </dgm:presLayoutVars>
      </dgm:prSet>
      <dgm:spPr/>
    </dgm:pt>
    <dgm:pt modelId="{7C1CB07D-89C2-40C1-96EE-4C4F676CEC4A}" type="pres">
      <dgm:prSet presAssocID="{C373D6D1-A222-4D60-BEC2-0475F26AAEB9}" presName="sp" presStyleCnt="0"/>
      <dgm:spPr/>
    </dgm:pt>
    <dgm:pt modelId="{A3EBD12F-C691-46E0-B67A-048E06A4124B}" type="pres">
      <dgm:prSet presAssocID="{DE0EE50C-1D64-4EC7-A349-9F8A7EDB4BD1}" presName="arrowAndChildren" presStyleCnt="0"/>
      <dgm:spPr/>
    </dgm:pt>
    <dgm:pt modelId="{830DF9CB-C4B6-4ABE-8098-05A592DE58B2}" type="pres">
      <dgm:prSet presAssocID="{DE0EE50C-1D64-4EC7-A349-9F8A7EDB4BD1}" presName="parentTextArrow" presStyleLbl="node1" presStyleIdx="1" presStyleCnt="4"/>
      <dgm:spPr/>
    </dgm:pt>
    <dgm:pt modelId="{6FDCCCF9-B16D-4AF5-B7C5-FAEAED285B2E}" type="pres">
      <dgm:prSet presAssocID="{DE0EE50C-1D64-4EC7-A349-9F8A7EDB4BD1}" presName="arrow" presStyleLbl="node1" presStyleIdx="2" presStyleCnt="4"/>
      <dgm:spPr/>
    </dgm:pt>
    <dgm:pt modelId="{839A7D6A-5875-4FC5-85FF-DD58FACF3087}" type="pres">
      <dgm:prSet presAssocID="{DE0EE50C-1D64-4EC7-A349-9F8A7EDB4BD1}" presName="descendantArrow" presStyleCnt="0"/>
      <dgm:spPr/>
    </dgm:pt>
    <dgm:pt modelId="{ECAD2DDF-2B57-4D18-A448-A1B58481E16D}" type="pres">
      <dgm:prSet presAssocID="{B4F6F7AD-4598-4C2F-BE54-681AF03DAC42}" presName="childTextArrow" presStyleLbl="fgAccFollowNode1" presStyleIdx="4" presStyleCnt="6">
        <dgm:presLayoutVars>
          <dgm:bulletEnabled val="1"/>
        </dgm:presLayoutVars>
      </dgm:prSet>
      <dgm:spPr/>
    </dgm:pt>
    <dgm:pt modelId="{82A98207-B8D6-4F7A-A2B6-3F906450267A}" type="pres">
      <dgm:prSet presAssocID="{DD2C837F-FB37-4DAF-A1AB-8F1963AAACE4}" presName="childTextArrow" presStyleLbl="fgAccFollowNode1" presStyleIdx="5" presStyleCnt="6">
        <dgm:presLayoutVars>
          <dgm:bulletEnabled val="1"/>
        </dgm:presLayoutVars>
      </dgm:prSet>
      <dgm:spPr/>
    </dgm:pt>
    <dgm:pt modelId="{509D3693-39BD-4C8E-BA0E-F04E663F25C3}" type="pres">
      <dgm:prSet presAssocID="{091FAAA6-1793-450A-8630-38339FA2186B}" presName="sp" presStyleCnt="0"/>
      <dgm:spPr/>
    </dgm:pt>
    <dgm:pt modelId="{AA93113A-D320-4536-912C-1285B7A4D1BB}" type="pres">
      <dgm:prSet presAssocID="{45E116CE-4C53-4E40-8FFA-8B4296FC9E09}" presName="arrowAndChildren" presStyleCnt="0"/>
      <dgm:spPr/>
    </dgm:pt>
    <dgm:pt modelId="{7EB874D9-8A87-4679-83DD-28BCA6406079}" type="pres">
      <dgm:prSet presAssocID="{45E116CE-4C53-4E40-8FFA-8B4296FC9E09}" presName="parentTextArrow" presStyleLbl="node1" presStyleIdx="3" presStyleCnt="4"/>
      <dgm:spPr/>
    </dgm:pt>
  </dgm:ptLst>
  <dgm:cxnLst>
    <dgm:cxn modelId="{E011D208-52B5-402A-92CD-D664241358D9}" type="presOf" srcId="{DD2C837F-FB37-4DAF-A1AB-8F1963AAACE4}" destId="{82A98207-B8D6-4F7A-A2B6-3F906450267A}" srcOrd="0" destOrd="0" presId="urn:microsoft.com/office/officeart/2005/8/layout/process4"/>
    <dgm:cxn modelId="{C2CA0513-7213-4900-B10E-10D0C8843B60}" type="presOf" srcId="{DE0EE50C-1D64-4EC7-A349-9F8A7EDB4BD1}" destId="{6FDCCCF9-B16D-4AF5-B7C5-FAEAED285B2E}" srcOrd="1" destOrd="0" presId="urn:microsoft.com/office/officeart/2005/8/layout/process4"/>
    <dgm:cxn modelId="{F417041B-E6C2-482B-82F4-00348410F75E}" type="presOf" srcId="{45E116CE-4C53-4E40-8FFA-8B4296FC9E09}" destId="{7EB874D9-8A87-4679-83DD-28BCA6406079}" srcOrd="0" destOrd="0" presId="urn:microsoft.com/office/officeart/2005/8/layout/process4"/>
    <dgm:cxn modelId="{BCB9B928-2EF9-488C-A797-16BA880D226D}" type="presOf" srcId="{73742DC7-5AFB-4FC4-9EEA-7900DBFDCF58}" destId="{F3D36B3F-0CDC-410E-B58C-3D313EE5EBC8}" srcOrd="0" destOrd="0" presId="urn:microsoft.com/office/officeart/2005/8/layout/process4"/>
    <dgm:cxn modelId="{AB044C39-E594-4797-9811-FC6C57A45723}" srcId="{DE0EE50C-1D64-4EC7-A349-9F8A7EDB4BD1}" destId="{B4F6F7AD-4598-4C2F-BE54-681AF03DAC42}" srcOrd="0" destOrd="0" parTransId="{FB178852-77D4-4852-B151-808FCBF7F161}" sibTransId="{16054BDC-4668-4648-98DE-9327CDF8872C}"/>
    <dgm:cxn modelId="{36DD9939-3B3B-4277-9C7A-EFEAFCF0F4E8}" type="presOf" srcId="{5F5C4C22-5B24-4560-B363-D2AA206D0318}" destId="{C59688BF-F152-42B3-9F0C-2D316B35CE21}" srcOrd="0" destOrd="0" presId="urn:microsoft.com/office/officeart/2005/8/layout/process4"/>
    <dgm:cxn modelId="{BC316F60-B172-4F03-B8E8-FEB647091CBD}" type="presOf" srcId="{A1275BC0-614C-4661-A8CE-5ED7C4A24125}" destId="{EF9ACA5D-57F5-4949-AEFD-E01C57F17371}" srcOrd="1" destOrd="0" presId="urn:microsoft.com/office/officeart/2005/8/layout/process4"/>
    <dgm:cxn modelId="{DDA36F42-7B14-4FE4-9FEF-D282B31CDC10}" srcId="{A1275BC0-614C-4661-A8CE-5ED7C4A24125}" destId="{5F5C4C22-5B24-4560-B363-D2AA206D0318}" srcOrd="0" destOrd="0" parTransId="{69780B1F-3F8C-4751-939E-8394334A6AE9}" sibTransId="{417FEDA1-3144-4E50-8433-918C4C06436C}"/>
    <dgm:cxn modelId="{45C37866-54DB-46A7-80FE-8ED1908ECDFF}" srcId="{D10537C1-088A-4470-B232-3B2E698E9199}" destId="{10DB06C3-CFEA-4889-AF0F-25FF890FF960}" srcOrd="3" destOrd="0" parTransId="{E512AC18-232F-4C82-9A1F-CF2A2B9395C3}" sibTransId="{69203C51-94F9-4E98-8A6E-F296047062B0}"/>
    <dgm:cxn modelId="{2A785E67-2644-42E0-A8B1-68EEECA002E7}" type="presOf" srcId="{10DB06C3-CFEA-4889-AF0F-25FF890FF960}" destId="{B50529D5-2E83-44D5-9FF1-D1500F1DE554}" srcOrd="1" destOrd="0" presId="urn:microsoft.com/office/officeart/2005/8/layout/process4"/>
    <dgm:cxn modelId="{D0AF4A67-DE67-445A-9020-F360C7AA0B44}" srcId="{D10537C1-088A-4470-B232-3B2E698E9199}" destId="{A1275BC0-614C-4661-A8CE-5ED7C4A24125}" srcOrd="2" destOrd="0" parTransId="{99FFC88B-D792-4565-B1A3-FA33248A4C10}" sibTransId="{51DC0823-0B4B-4EA5-8FDF-5153BE68F030}"/>
    <dgm:cxn modelId="{EA4AB868-0016-4033-8B4A-CF2BAA496585}" type="presOf" srcId="{B4F6F7AD-4598-4C2F-BE54-681AF03DAC42}" destId="{ECAD2DDF-2B57-4D18-A448-A1B58481E16D}" srcOrd="0" destOrd="0" presId="urn:microsoft.com/office/officeart/2005/8/layout/process4"/>
    <dgm:cxn modelId="{D67D1E69-7745-44C8-8AA8-F05F45D926BA}" srcId="{10DB06C3-CFEA-4889-AF0F-25FF890FF960}" destId="{8237D45A-CFE0-476A-B604-C284E5F9B38F}" srcOrd="0" destOrd="0" parTransId="{534D7F51-A8CF-413F-A5DD-3D94FD882778}" sibTransId="{6D426AC2-CACC-424D-8F6F-C3EEA24219F5}"/>
    <dgm:cxn modelId="{849D2171-5791-4720-A2FD-C0E82689E60C}" type="presOf" srcId="{DE0EE50C-1D64-4EC7-A349-9F8A7EDB4BD1}" destId="{830DF9CB-C4B6-4ABE-8098-05A592DE58B2}" srcOrd="0" destOrd="0" presId="urn:microsoft.com/office/officeart/2005/8/layout/process4"/>
    <dgm:cxn modelId="{F905CA88-0A8D-42E4-ACD7-5EED93730F2B}" srcId="{D10537C1-088A-4470-B232-3B2E698E9199}" destId="{DE0EE50C-1D64-4EC7-A349-9F8A7EDB4BD1}" srcOrd="1" destOrd="0" parTransId="{465F2951-E4F1-4174-9709-F2856A14972F}" sibTransId="{C373D6D1-A222-4D60-BEC2-0475F26AAEB9}"/>
    <dgm:cxn modelId="{49FED78B-BEE5-4497-B1B0-F8EFBA7B6C54}" srcId="{DE0EE50C-1D64-4EC7-A349-9F8A7EDB4BD1}" destId="{DD2C837F-FB37-4DAF-A1AB-8F1963AAACE4}" srcOrd="1" destOrd="0" parTransId="{DFF2B56D-94C0-4D68-B6CE-B9590567FB3C}" sibTransId="{BC426FAD-B6F3-4484-BDD9-9FB06BE02C72}"/>
    <dgm:cxn modelId="{A24C7496-2283-4A8A-AB7F-04CC422E76F4}" type="presOf" srcId="{10DB06C3-CFEA-4889-AF0F-25FF890FF960}" destId="{30055DDD-D7DA-4497-93A7-A0F163D2512F}" srcOrd="0" destOrd="0" presId="urn:microsoft.com/office/officeart/2005/8/layout/process4"/>
    <dgm:cxn modelId="{68590CAA-39DE-47C6-9848-434F69F9DB18}" srcId="{D10537C1-088A-4470-B232-3B2E698E9199}" destId="{45E116CE-4C53-4E40-8FFA-8B4296FC9E09}" srcOrd="0" destOrd="0" parTransId="{3EB4347C-0DB1-44D4-B910-30D1B088603A}" sibTransId="{091FAAA6-1793-450A-8630-38339FA2186B}"/>
    <dgm:cxn modelId="{CF097EB2-BE99-44EB-8F61-3796C2FB751E}" srcId="{A1275BC0-614C-4661-A8CE-5ED7C4A24125}" destId="{CE2F0B9D-3981-410A-A918-7BDB58725F0E}" srcOrd="1" destOrd="0" parTransId="{C27543F9-83E8-47C7-A40B-6CA4B904C79E}" sibTransId="{E0DABE68-75CA-4B76-AAAC-8A5BD9EC01B0}"/>
    <dgm:cxn modelId="{64A44AB4-5882-43A0-805C-3C59D8986772}" type="presOf" srcId="{D10537C1-088A-4470-B232-3B2E698E9199}" destId="{EB36D78F-A01C-4131-AA3F-E0CD07BBCA97}" srcOrd="0" destOrd="0" presId="urn:microsoft.com/office/officeart/2005/8/layout/process4"/>
    <dgm:cxn modelId="{D6165BBD-8C97-4EBF-BF8B-331731EEE3B3}" type="presOf" srcId="{A1275BC0-614C-4661-A8CE-5ED7C4A24125}" destId="{E49E8734-AB55-4B67-821F-376C0B61D42A}" srcOrd="0" destOrd="0" presId="urn:microsoft.com/office/officeart/2005/8/layout/process4"/>
    <dgm:cxn modelId="{A85844CC-74D0-42C3-91F4-566DCBF2B198}" srcId="{10DB06C3-CFEA-4889-AF0F-25FF890FF960}" destId="{73742DC7-5AFB-4FC4-9EEA-7900DBFDCF58}" srcOrd="1" destOrd="0" parTransId="{F7C33E04-3D34-43CA-9DD5-E2CC4D9D683B}" sibTransId="{5CC6CB84-238E-483A-8C80-021D66853F42}"/>
    <dgm:cxn modelId="{FAF1D2DF-DECA-4021-BD3F-A2A537BA7C32}" type="presOf" srcId="{CE2F0B9D-3981-410A-A918-7BDB58725F0E}" destId="{E0B3C9DD-417A-4065-9E84-6A4F5B884288}" srcOrd="0" destOrd="0" presId="urn:microsoft.com/office/officeart/2005/8/layout/process4"/>
    <dgm:cxn modelId="{A551DBE8-C2D9-491C-BA5B-1BF60F1AFF4E}" type="presOf" srcId="{8237D45A-CFE0-476A-B604-C284E5F9B38F}" destId="{AAB0C96F-3925-4564-9CEE-E3FE2476BEC6}" srcOrd="0" destOrd="0" presId="urn:microsoft.com/office/officeart/2005/8/layout/process4"/>
    <dgm:cxn modelId="{43582B9C-3E5A-4841-9BD4-84F53036CCFC}" type="presParOf" srcId="{EB36D78F-A01C-4131-AA3F-E0CD07BBCA97}" destId="{A2A37D53-AC96-4ACD-99BC-4F21C5063458}" srcOrd="0" destOrd="0" presId="urn:microsoft.com/office/officeart/2005/8/layout/process4"/>
    <dgm:cxn modelId="{C525C4D9-E375-4EC3-BE40-207304BFAB8E}" type="presParOf" srcId="{A2A37D53-AC96-4ACD-99BC-4F21C5063458}" destId="{30055DDD-D7DA-4497-93A7-A0F163D2512F}" srcOrd="0" destOrd="0" presId="urn:microsoft.com/office/officeart/2005/8/layout/process4"/>
    <dgm:cxn modelId="{CF2AECC0-0D34-4D11-A353-1BE31DC72A5C}" type="presParOf" srcId="{A2A37D53-AC96-4ACD-99BC-4F21C5063458}" destId="{B50529D5-2E83-44D5-9FF1-D1500F1DE554}" srcOrd="1" destOrd="0" presId="urn:microsoft.com/office/officeart/2005/8/layout/process4"/>
    <dgm:cxn modelId="{C51D0C96-D0FD-4D19-B90D-9948F423307C}" type="presParOf" srcId="{A2A37D53-AC96-4ACD-99BC-4F21C5063458}" destId="{33FC9745-0D59-41EB-883A-8A6D74E8D53C}" srcOrd="2" destOrd="0" presId="urn:microsoft.com/office/officeart/2005/8/layout/process4"/>
    <dgm:cxn modelId="{103E5D10-C37F-413F-894B-6F4FD539B7C4}" type="presParOf" srcId="{33FC9745-0D59-41EB-883A-8A6D74E8D53C}" destId="{AAB0C96F-3925-4564-9CEE-E3FE2476BEC6}" srcOrd="0" destOrd="0" presId="urn:microsoft.com/office/officeart/2005/8/layout/process4"/>
    <dgm:cxn modelId="{5523D762-851A-4887-9E28-EA4463E1D7F0}" type="presParOf" srcId="{33FC9745-0D59-41EB-883A-8A6D74E8D53C}" destId="{F3D36B3F-0CDC-410E-B58C-3D313EE5EBC8}" srcOrd="1" destOrd="0" presId="urn:microsoft.com/office/officeart/2005/8/layout/process4"/>
    <dgm:cxn modelId="{8B5CF902-EF5F-4BD2-B33D-DDB743E4A6C8}" type="presParOf" srcId="{EB36D78F-A01C-4131-AA3F-E0CD07BBCA97}" destId="{18F3C6E0-1875-4B15-99FC-39600B6412A9}" srcOrd="1" destOrd="0" presId="urn:microsoft.com/office/officeart/2005/8/layout/process4"/>
    <dgm:cxn modelId="{1EE8EA6D-4EFC-4E19-B56B-31E3FA7FF6DD}" type="presParOf" srcId="{EB36D78F-A01C-4131-AA3F-E0CD07BBCA97}" destId="{977E6F5C-2492-4048-B2A9-EB72D9815DAB}" srcOrd="2" destOrd="0" presId="urn:microsoft.com/office/officeart/2005/8/layout/process4"/>
    <dgm:cxn modelId="{2487469F-7E9B-4B16-ADC2-037734B07844}" type="presParOf" srcId="{977E6F5C-2492-4048-B2A9-EB72D9815DAB}" destId="{E49E8734-AB55-4B67-821F-376C0B61D42A}" srcOrd="0" destOrd="0" presId="urn:microsoft.com/office/officeart/2005/8/layout/process4"/>
    <dgm:cxn modelId="{B02515CF-C5C1-49FE-99AF-8135FE48C8FB}" type="presParOf" srcId="{977E6F5C-2492-4048-B2A9-EB72D9815DAB}" destId="{EF9ACA5D-57F5-4949-AEFD-E01C57F17371}" srcOrd="1" destOrd="0" presId="urn:microsoft.com/office/officeart/2005/8/layout/process4"/>
    <dgm:cxn modelId="{4DC90248-AF99-4E85-8042-22B2B34D8AFB}" type="presParOf" srcId="{977E6F5C-2492-4048-B2A9-EB72D9815DAB}" destId="{4E434E9F-B5BD-481F-9FB5-3AE7FAEBA898}" srcOrd="2" destOrd="0" presId="urn:microsoft.com/office/officeart/2005/8/layout/process4"/>
    <dgm:cxn modelId="{41CE540D-E5F4-48CF-A713-77F66BB0F1BC}" type="presParOf" srcId="{4E434E9F-B5BD-481F-9FB5-3AE7FAEBA898}" destId="{C59688BF-F152-42B3-9F0C-2D316B35CE21}" srcOrd="0" destOrd="0" presId="urn:microsoft.com/office/officeart/2005/8/layout/process4"/>
    <dgm:cxn modelId="{C0555FC7-DE4B-4E15-BF5F-04E49759DC58}" type="presParOf" srcId="{4E434E9F-B5BD-481F-9FB5-3AE7FAEBA898}" destId="{E0B3C9DD-417A-4065-9E84-6A4F5B884288}" srcOrd="1" destOrd="0" presId="urn:microsoft.com/office/officeart/2005/8/layout/process4"/>
    <dgm:cxn modelId="{A308E089-45BF-4F99-A3DD-7D72A5B48139}" type="presParOf" srcId="{EB36D78F-A01C-4131-AA3F-E0CD07BBCA97}" destId="{7C1CB07D-89C2-40C1-96EE-4C4F676CEC4A}" srcOrd="3" destOrd="0" presId="urn:microsoft.com/office/officeart/2005/8/layout/process4"/>
    <dgm:cxn modelId="{E986B3B7-B99C-4167-A493-07C88C7646B5}" type="presParOf" srcId="{EB36D78F-A01C-4131-AA3F-E0CD07BBCA97}" destId="{A3EBD12F-C691-46E0-B67A-048E06A4124B}" srcOrd="4" destOrd="0" presId="urn:microsoft.com/office/officeart/2005/8/layout/process4"/>
    <dgm:cxn modelId="{1FA251D5-E0D7-4E74-8F5F-9E3797D1DEC3}" type="presParOf" srcId="{A3EBD12F-C691-46E0-B67A-048E06A4124B}" destId="{830DF9CB-C4B6-4ABE-8098-05A592DE58B2}" srcOrd="0" destOrd="0" presId="urn:microsoft.com/office/officeart/2005/8/layout/process4"/>
    <dgm:cxn modelId="{DDCF04F8-C74B-4DB6-BA3C-4A949F6CD2F6}" type="presParOf" srcId="{A3EBD12F-C691-46E0-B67A-048E06A4124B}" destId="{6FDCCCF9-B16D-4AF5-B7C5-FAEAED285B2E}" srcOrd="1" destOrd="0" presId="urn:microsoft.com/office/officeart/2005/8/layout/process4"/>
    <dgm:cxn modelId="{4626DAF1-DBEE-4D9F-897E-815EE2E0E0CE}" type="presParOf" srcId="{A3EBD12F-C691-46E0-B67A-048E06A4124B}" destId="{839A7D6A-5875-4FC5-85FF-DD58FACF3087}" srcOrd="2" destOrd="0" presId="urn:microsoft.com/office/officeart/2005/8/layout/process4"/>
    <dgm:cxn modelId="{D9BC06C6-D92D-4EF2-B707-455BA48C1593}" type="presParOf" srcId="{839A7D6A-5875-4FC5-85FF-DD58FACF3087}" destId="{ECAD2DDF-2B57-4D18-A448-A1B58481E16D}" srcOrd="0" destOrd="0" presId="urn:microsoft.com/office/officeart/2005/8/layout/process4"/>
    <dgm:cxn modelId="{D6D4E4AE-3CE7-4808-8FEC-2F56ED0C8CC4}" type="presParOf" srcId="{839A7D6A-5875-4FC5-85FF-DD58FACF3087}" destId="{82A98207-B8D6-4F7A-A2B6-3F906450267A}" srcOrd="1" destOrd="0" presId="urn:microsoft.com/office/officeart/2005/8/layout/process4"/>
    <dgm:cxn modelId="{EDBF79CD-373E-454E-88AF-95D703A3A518}" type="presParOf" srcId="{EB36D78F-A01C-4131-AA3F-E0CD07BBCA97}" destId="{509D3693-39BD-4C8E-BA0E-F04E663F25C3}" srcOrd="5" destOrd="0" presId="urn:microsoft.com/office/officeart/2005/8/layout/process4"/>
    <dgm:cxn modelId="{ACED0B24-B12D-420B-8A6D-31F725614666}" type="presParOf" srcId="{EB36D78F-A01C-4131-AA3F-E0CD07BBCA97}" destId="{AA93113A-D320-4536-912C-1285B7A4D1BB}" srcOrd="6" destOrd="0" presId="urn:microsoft.com/office/officeart/2005/8/layout/process4"/>
    <dgm:cxn modelId="{7DD72060-F6BD-47FD-AB3D-294BA68E4BFB}" type="presParOf" srcId="{AA93113A-D320-4536-912C-1285B7A4D1BB}" destId="{7EB874D9-8A87-4679-83DD-28BCA640607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9F4C92-9EE9-4966-A16D-2020CFC82C0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D06B169-3DC8-4C7D-9C4E-E87F625C0FE3}">
      <dgm:prSet/>
      <dgm:spPr/>
      <dgm:t>
        <a:bodyPr/>
        <a:lstStyle/>
        <a:p>
          <a:r>
            <a:rPr lang="en-US" b="1" i="0" baseline="0" dirty="0"/>
            <a:t>Awareness</a:t>
          </a:r>
          <a:r>
            <a:rPr lang="en-US" b="0" i="0" baseline="0" dirty="0"/>
            <a:t>:</a:t>
          </a:r>
        </a:p>
      </dgm:t>
    </dgm:pt>
    <dgm:pt modelId="{AEDD3853-BD96-4E62-9909-82FF9A012ABD}" type="parTrans" cxnId="{55409C25-8912-45DD-9C87-52E836D05FB7}">
      <dgm:prSet/>
      <dgm:spPr/>
      <dgm:t>
        <a:bodyPr/>
        <a:lstStyle/>
        <a:p>
          <a:endParaRPr lang="en-US"/>
        </a:p>
      </dgm:t>
    </dgm:pt>
    <dgm:pt modelId="{68F872B4-AAF2-478C-9724-DFFE676607BD}" type="sibTrans" cxnId="{55409C25-8912-45DD-9C87-52E836D05FB7}">
      <dgm:prSet/>
      <dgm:spPr/>
      <dgm:t>
        <a:bodyPr/>
        <a:lstStyle/>
        <a:p>
          <a:endParaRPr lang="en-US"/>
        </a:p>
      </dgm:t>
    </dgm:pt>
    <dgm:pt modelId="{594175B5-7082-4D50-9C62-45D1AABE1166}">
      <dgm:prSet/>
      <dgm:spPr/>
      <dgm:t>
        <a:bodyPr/>
        <a:lstStyle/>
        <a:p>
          <a:r>
            <a:rPr lang="en-US" b="1" i="0" baseline="0" dirty="0"/>
            <a:t>Consideration</a:t>
          </a:r>
          <a:r>
            <a:rPr lang="en-US" b="0" i="0" baseline="0" dirty="0"/>
            <a:t>:</a:t>
          </a:r>
        </a:p>
      </dgm:t>
    </dgm:pt>
    <dgm:pt modelId="{114FABDB-07B0-43EA-97D8-5073226E0726}" type="parTrans" cxnId="{9BFDAAE3-3DCE-42E9-91C5-5C98DB480888}">
      <dgm:prSet/>
      <dgm:spPr/>
      <dgm:t>
        <a:bodyPr/>
        <a:lstStyle/>
        <a:p>
          <a:endParaRPr lang="en-US"/>
        </a:p>
      </dgm:t>
    </dgm:pt>
    <dgm:pt modelId="{8316728F-EEBF-4CC2-9073-0C1A0C9DA07C}" type="sibTrans" cxnId="{9BFDAAE3-3DCE-42E9-91C5-5C98DB480888}">
      <dgm:prSet/>
      <dgm:spPr/>
      <dgm:t>
        <a:bodyPr/>
        <a:lstStyle/>
        <a:p>
          <a:endParaRPr lang="en-US"/>
        </a:p>
      </dgm:t>
    </dgm:pt>
    <dgm:pt modelId="{134EBF0B-7A2F-4E74-AC65-ECA2B1C6F057}">
      <dgm:prSet/>
      <dgm:spPr/>
      <dgm:t>
        <a:bodyPr/>
        <a:lstStyle/>
        <a:p>
          <a:r>
            <a:rPr lang="en-US" b="1" i="0" baseline="0" dirty="0"/>
            <a:t>Decision</a:t>
          </a:r>
          <a:r>
            <a:rPr lang="en-US" b="0" i="0" baseline="0" dirty="0"/>
            <a:t>:</a:t>
          </a:r>
          <a:endParaRPr lang="en-US" dirty="0"/>
        </a:p>
      </dgm:t>
    </dgm:pt>
    <dgm:pt modelId="{3B35F6B5-A99E-49FC-AB93-A71216F35876}" type="parTrans" cxnId="{89CD9C5B-C6A0-468D-8676-D490005134FE}">
      <dgm:prSet/>
      <dgm:spPr/>
      <dgm:t>
        <a:bodyPr/>
        <a:lstStyle/>
        <a:p>
          <a:endParaRPr lang="en-US"/>
        </a:p>
      </dgm:t>
    </dgm:pt>
    <dgm:pt modelId="{6506FA1A-D161-457B-A15A-491F6C36EE3C}" type="sibTrans" cxnId="{89CD9C5B-C6A0-468D-8676-D490005134FE}">
      <dgm:prSet/>
      <dgm:spPr/>
      <dgm:t>
        <a:bodyPr/>
        <a:lstStyle/>
        <a:p>
          <a:endParaRPr lang="en-US"/>
        </a:p>
      </dgm:t>
    </dgm:pt>
    <dgm:pt modelId="{60DF3B30-1793-4020-AE77-41B16D72ACF3}">
      <dgm:prSet/>
      <dgm:spPr/>
      <dgm:t>
        <a:bodyPr/>
        <a:lstStyle/>
        <a:p>
          <a:r>
            <a:rPr lang="en-US" b="0" i="0" baseline="0"/>
            <a:t>Channels</a:t>
          </a:r>
          <a:r>
            <a:rPr lang="en-US" b="0" i="0" baseline="0" dirty="0"/>
            <a:t>: Google Ads, Facebook, Local Community Events.
Tactics: Target Google Ads on MDU board needs and community-focused content highlighting seamless connectivity for tenant satisfaction.</a:t>
          </a:r>
        </a:p>
      </dgm:t>
    </dgm:pt>
    <dgm:pt modelId="{B9A76314-51AD-430F-8E1E-9F6C31CCAE8C}" type="parTrans" cxnId="{08AC8ED8-527F-4EB4-9C29-9B41D7431C0B}">
      <dgm:prSet/>
      <dgm:spPr/>
      <dgm:t>
        <a:bodyPr/>
        <a:lstStyle/>
        <a:p>
          <a:endParaRPr lang="en-US"/>
        </a:p>
      </dgm:t>
    </dgm:pt>
    <dgm:pt modelId="{23D7B454-A6EB-4974-8B77-66A961EA900D}" type="sibTrans" cxnId="{08AC8ED8-527F-4EB4-9C29-9B41D7431C0B}">
      <dgm:prSet/>
      <dgm:spPr/>
      <dgm:t>
        <a:bodyPr/>
        <a:lstStyle/>
        <a:p>
          <a:endParaRPr lang="en-US"/>
        </a:p>
      </dgm:t>
    </dgm:pt>
    <dgm:pt modelId="{94DED307-644B-419C-926C-B501AF811F00}">
      <dgm:prSet/>
      <dgm:spPr/>
      <dgm:t>
        <a:bodyPr/>
        <a:lstStyle/>
        <a:p>
          <a:r>
            <a:rPr lang="en-US" b="0" i="0" baseline="0"/>
            <a:t>Channels</a:t>
          </a:r>
          <a:r>
            <a:rPr lang="en-US" b="0" i="0" baseline="0" dirty="0"/>
            <a:t>: Email, Direct Mail Campaigns, Local Sponsorships.
Tactics: Send targeted emails and case studies, emphasizing low-maintenance options and dedicated customer support.</a:t>
          </a:r>
        </a:p>
      </dgm:t>
    </dgm:pt>
    <dgm:pt modelId="{E417E94A-DA2F-444D-BE30-0AA89791E9FC}" type="parTrans" cxnId="{700F87F9-6C24-4513-AE50-BEC1C8C341CC}">
      <dgm:prSet/>
      <dgm:spPr/>
      <dgm:t>
        <a:bodyPr/>
        <a:lstStyle/>
        <a:p>
          <a:endParaRPr lang="en-US"/>
        </a:p>
      </dgm:t>
    </dgm:pt>
    <dgm:pt modelId="{BA4711B0-31BE-4C26-BC9F-A33ADD6B523B}" type="sibTrans" cxnId="{700F87F9-6C24-4513-AE50-BEC1C8C341CC}">
      <dgm:prSet/>
      <dgm:spPr/>
      <dgm:t>
        <a:bodyPr/>
        <a:lstStyle/>
        <a:p>
          <a:endParaRPr lang="en-US"/>
        </a:p>
      </dgm:t>
    </dgm:pt>
    <dgm:pt modelId="{ABD5B58D-1B58-4396-AD04-DCBBD749DDC5}">
      <dgm:prSet/>
      <dgm:spPr/>
      <dgm:t>
        <a:bodyPr/>
        <a:lstStyle/>
        <a:p>
          <a:r>
            <a:rPr lang="en-US" b="0" i="0" baseline="0"/>
            <a:t>Channels</a:t>
          </a:r>
          <a:r>
            <a:rPr lang="en-US" b="0" i="0" baseline="0" dirty="0"/>
            <a:t>: Follow-Up Emails, Community Events, In-Person Meetings.
Tactics: Host Q&amp;A sessions or webinars on community-wide upgrades, focusing on cost-benefit analyses and service reliability.</a:t>
          </a:r>
          <a:endParaRPr lang="en-US" dirty="0"/>
        </a:p>
      </dgm:t>
    </dgm:pt>
    <dgm:pt modelId="{02431601-6A6E-482A-8662-9B46E30B082F}" type="parTrans" cxnId="{53CA7C39-7C0F-4809-A95B-72C631531990}">
      <dgm:prSet/>
      <dgm:spPr/>
      <dgm:t>
        <a:bodyPr/>
        <a:lstStyle/>
        <a:p>
          <a:endParaRPr lang="en-US"/>
        </a:p>
      </dgm:t>
    </dgm:pt>
    <dgm:pt modelId="{24B6FC93-BE20-4D27-8CAC-3F429D202B4B}" type="sibTrans" cxnId="{53CA7C39-7C0F-4809-A95B-72C631531990}">
      <dgm:prSet/>
      <dgm:spPr/>
      <dgm:t>
        <a:bodyPr/>
        <a:lstStyle/>
        <a:p>
          <a:endParaRPr lang="en-US"/>
        </a:p>
      </dgm:t>
    </dgm:pt>
    <dgm:pt modelId="{FAD05351-2995-4DD9-B180-5DA38B6890BE}" type="pres">
      <dgm:prSet presAssocID="{689F4C92-9EE9-4966-A16D-2020CFC82C06}" presName="outerComposite" presStyleCnt="0">
        <dgm:presLayoutVars>
          <dgm:chMax val="5"/>
          <dgm:dir/>
          <dgm:resizeHandles val="exact"/>
        </dgm:presLayoutVars>
      </dgm:prSet>
      <dgm:spPr/>
    </dgm:pt>
    <dgm:pt modelId="{8B554C6F-92DE-46C1-B81F-9B5B711CB634}" type="pres">
      <dgm:prSet presAssocID="{689F4C92-9EE9-4966-A16D-2020CFC82C06}" presName="dummyMaxCanvas" presStyleCnt="0">
        <dgm:presLayoutVars/>
      </dgm:prSet>
      <dgm:spPr/>
    </dgm:pt>
    <dgm:pt modelId="{00E123B7-159D-4AA3-AD16-DBDCE14BF7F0}" type="pres">
      <dgm:prSet presAssocID="{689F4C92-9EE9-4966-A16D-2020CFC82C06}" presName="ThreeNodes_1" presStyleLbl="node1" presStyleIdx="0" presStyleCnt="3">
        <dgm:presLayoutVars>
          <dgm:bulletEnabled val="1"/>
        </dgm:presLayoutVars>
      </dgm:prSet>
      <dgm:spPr/>
    </dgm:pt>
    <dgm:pt modelId="{98F6041E-7B28-4774-B522-5B67ECDB54B0}" type="pres">
      <dgm:prSet presAssocID="{689F4C92-9EE9-4966-A16D-2020CFC82C06}" presName="ThreeNodes_2" presStyleLbl="node1" presStyleIdx="1" presStyleCnt="3">
        <dgm:presLayoutVars>
          <dgm:bulletEnabled val="1"/>
        </dgm:presLayoutVars>
      </dgm:prSet>
      <dgm:spPr/>
    </dgm:pt>
    <dgm:pt modelId="{87CC9F57-578A-4722-A366-53ACE0B0D9CD}" type="pres">
      <dgm:prSet presAssocID="{689F4C92-9EE9-4966-A16D-2020CFC82C06}" presName="ThreeNodes_3" presStyleLbl="node1" presStyleIdx="2" presStyleCnt="3">
        <dgm:presLayoutVars>
          <dgm:bulletEnabled val="1"/>
        </dgm:presLayoutVars>
      </dgm:prSet>
      <dgm:spPr/>
    </dgm:pt>
    <dgm:pt modelId="{2C708C08-62BC-4986-884E-A240B4C957C4}" type="pres">
      <dgm:prSet presAssocID="{689F4C92-9EE9-4966-A16D-2020CFC82C06}" presName="ThreeConn_1-2" presStyleLbl="fgAccFollowNode1" presStyleIdx="0" presStyleCnt="2">
        <dgm:presLayoutVars>
          <dgm:bulletEnabled val="1"/>
        </dgm:presLayoutVars>
      </dgm:prSet>
      <dgm:spPr/>
    </dgm:pt>
    <dgm:pt modelId="{EE9A5DAB-EEA0-4939-A6A9-40916EA84AED}" type="pres">
      <dgm:prSet presAssocID="{689F4C92-9EE9-4966-A16D-2020CFC82C06}" presName="ThreeConn_2-3" presStyleLbl="fgAccFollowNode1" presStyleIdx="1" presStyleCnt="2">
        <dgm:presLayoutVars>
          <dgm:bulletEnabled val="1"/>
        </dgm:presLayoutVars>
      </dgm:prSet>
      <dgm:spPr/>
    </dgm:pt>
    <dgm:pt modelId="{49D0FD5B-7B52-47D4-9472-60C0A58570FE}" type="pres">
      <dgm:prSet presAssocID="{689F4C92-9EE9-4966-A16D-2020CFC82C06}" presName="ThreeNodes_1_text" presStyleLbl="node1" presStyleIdx="2" presStyleCnt="3">
        <dgm:presLayoutVars>
          <dgm:bulletEnabled val="1"/>
        </dgm:presLayoutVars>
      </dgm:prSet>
      <dgm:spPr/>
    </dgm:pt>
    <dgm:pt modelId="{35EC2C2E-EF8F-453B-B2E3-4BD25EB4D88E}" type="pres">
      <dgm:prSet presAssocID="{689F4C92-9EE9-4966-A16D-2020CFC82C06}" presName="ThreeNodes_2_text" presStyleLbl="node1" presStyleIdx="2" presStyleCnt="3">
        <dgm:presLayoutVars>
          <dgm:bulletEnabled val="1"/>
        </dgm:presLayoutVars>
      </dgm:prSet>
      <dgm:spPr/>
    </dgm:pt>
    <dgm:pt modelId="{BDD895E7-4F35-44C3-9BE8-FCF838654995}" type="pres">
      <dgm:prSet presAssocID="{689F4C92-9EE9-4966-A16D-2020CFC82C0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8A8D107-3E55-40E8-B88E-CD8FCF40D406}" type="presOf" srcId="{594175B5-7082-4D50-9C62-45D1AABE1166}" destId="{35EC2C2E-EF8F-453B-B2E3-4BD25EB4D88E}" srcOrd="1" destOrd="0" presId="urn:microsoft.com/office/officeart/2005/8/layout/vProcess5"/>
    <dgm:cxn modelId="{12DA7A08-6BF7-4AF0-9328-18B17FFC0B9A}" type="presOf" srcId="{9D06B169-3DC8-4C7D-9C4E-E87F625C0FE3}" destId="{49D0FD5B-7B52-47D4-9472-60C0A58570FE}" srcOrd="1" destOrd="0" presId="urn:microsoft.com/office/officeart/2005/8/layout/vProcess5"/>
    <dgm:cxn modelId="{DC2DC40C-0FD1-4EB3-AA71-4034FE6F0341}" type="presOf" srcId="{68F872B4-AAF2-478C-9724-DFFE676607BD}" destId="{2C708C08-62BC-4986-884E-A240B4C957C4}" srcOrd="0" destOrd="0" presId="urn:microsoft.com/office/officeart/2005/8/layout/vProcess5"/>
    <dgm:cxn modelId="{DA1DB20D-190B-4866-B424-2F71A6CA6CB2}" type="presOf" srcId="{94DED307-644B-419C-926C-B501AF811F00}" destId="{35EC2C2E-EF8F-453B-B2E3-4BD25EB4D88E}" srcOrd="1" destOrd="1" presId="urn:microsoft.com/office/officeart/2005/8/layout/vProcess5"/>
    <dgm:cxn modelId="{14CDC819-F060-455D-8BA2-AFE8E80AC047}" type="presOf" srcId="{689F4C92-9EE9-4966-A16D-2020CFC82C06}" destId="{FAD05351-2995-4DD9-B180-5DA38B6890BE}" srcOrd="0" destOrd="0" presId="urn:microsoft.com/office/officeart/2005/8/layout/vProcess5"/>
    <dgm:cxn modelId="{0AEB4D1C-3804-4088-BFF4-9014E973B712}" type="presOf" srcId="{134EBF0B-7A2F-4E74-AC65-ECA2B1C6F057}" destId="{87CC9F57-578A-4722-A366-53ACE0B0D9CD}" srcOrd="0" destOrd="0" presId="urn:microsoft.com/office/officeart/2005/8/layout/vProcess5"/>
    <dgm:cxn modelId="{D7075620-C388-4D2F-A9C4-060B342B3EDA}" type="presOf" srcId="{8316728F-EEBF-4CC2-9073-0C1A0C9DA07C}" destId="{EE9A5DAB-EEA0-4939-A6A9-40916EA84AED}" srcOrd="0" destOrd="0" presId="urn:microsoft.com/office/officeart/2005/8/layout/vProcess5"/>
    <dgm:cxn modelId="{165D9524-E623-42E6-B220-91EA4CF08B94}" type="presOf" srcId="{ABD5B58D-1B58-4396-AD04-DCBBD749DDC5}" destId="{87CC9F57-578A-4722-A366-53ACE0B0D9CD}" srcOrd="0" destOrd="1" presId="urn:microsoft.com/office/officeart/2005/8/layout/vProcess5"/>
    <dgm:cxn modelId="{55409C25-8912-45DD-9C87-52E836D05FB7}" srcId="{689F4C92-9EE9-4966-A16D-2020CFC82C06}" destId="{9D06B169-3DC8-4C7D-9C4E-E87F625C0FE3}" srcOrd="0" destOrd="0" parTransId="{AEDD3853-BD96-4E62-9909-82FF9A012ABD}" sibTransId="{68F872B4-AAF2-478C-9724-DFFE676607BD}"/>
    <dgm:cxn modelId="{53CA7C39-7C0F-4809-A95B-72C631531990}" srcId="{134EBF0B-7A2F-4E74-AC65-ECA2B1C6F057}" destId="{ABD5B58D-1B58-4396-AD04-DCBBD749DDC5}" srcOrd="0" destOrd="0" parTransId="{02431601-6A6E-482A-8662-9B46E30B082F}" sibTransId="{24B6FC93-BE20-4D27-8CAC-3F429D202B4B}"/>
    <dgm:cxn modelId="{89CD9C5B-C6A0-468D-8676-D490005134FE}" srcId="{689F4C92-9EE9-4966-A16D-2020CFC82C06}" destId="{134EBF0B-7A2F-4E74-AC65-ECA2B1C6F057}" srcOrd="2" destOrd="0" parTransId="{3B35F6B5-A99E-49FC-AB93-A71216F35876}" sibTransId="{6506FA1A-D161-457B-A15A-491F6C36EE3C}"/>
    <dgm:cxn modelId="{6182C068-4552-4030-86FE-F4F080B203A0}" type="presOf" srcId="{94DED307-644B-419C-926C-B501AF811F00}" destId="{98F6041E-7B28-4774-B522-5B67ECDB54B0}" srcOrd="0" destOrd="1" presId="urn:microsoft.com/office/officeart/2005/8/layout/vProcess5"/>
    <dgm:cxn modelId="{131A5E4E-9B07-4F6C-86F9-CFCCB025268D}" type="presOf" srcId="{60DF3B30-1793-4020-AE77-41B16D72ACF3}" destId="{00E123B7-159D-4AA3-AD16-DBDCE14BF7F0}" srcOrd="0" destOrd="1" presId="urn:microsoft.com/office/officeart/2005/8/layout/vProcess5"/>
    <dgm:cxn modelId="{3C1FA44F-2D64-4B8F-B9B2-4FBE0A11BFD1}" type="presOf" srcId="{594175B5-7082-4D50-9C62-45D1AABE1166}" destId="{98F6041E-7B28-4774-B522-5B67ECDB54B0}" srcOrd="0" destOrd="0" presId="urn:microsoft.com/office/officeart/2005/8/layout/vProcess5"/>
    <dgm:cxn modelId="{59535B54-3586-43E2-9A57-0A18D11C937C}" type="presOf" srcId="{60DF3B30-1793-4020-AE77-41B16D72ACF3}" destId="{49D0FD5B-7B52-47D4-9472-60C0A58570FE}" srcOrd="1" destOrd="1" presId="urn:microsoft.com/office/officeart/2005/8/layout/vProcess5"/>
    <dgm:cxn modelId="{7D887857-9FFB-4554-A3B5-7ECD7CD6ED0E}" type="presOf" srcId="{134EBF0B-7A2F-4E74-AC65-ECA2B1C6F057}" destId="{BDD895E7-4F35-44C3-9BE8-FCF838654995}" srcOrd="1" destOrd="0" presId="urn:microsoft.com/office/officeart/2005/8/layout/vProcess5"/>
    <dgm:cxn modelId="{3D21C3CA-5581-4202-BBFD-75FB822840FB}" type="presOf" srcId="{ABD5B58D-1B58-4396-AD04-DCBBD749DDC5}" destId="{BDD895E7-4F35-44C3-9BE8-FCF838654995}" srcOrd="1" destOrd="1" presId="urn:microsoft.com/office/officeart/2005/8/layout/vProcess5"/>
    <dgm:cxn modelId="{230199D7-5A1C-4605-8426-844539ADEB0F}" type="presOf" srcId="{9D06B169-3DC8-4C7D-9C4E-E87F625C0FE3}" destId="{00E123B7-159D-4AA3-AD16-DBDCE14BF7F0}" srcOrd="0" destOrd="0" presId="urn:microsoft.com/office/officeart/2005/8/layout/vProcess5"/>
    <dgm:cxn modelId="{08AC8ED8-527F-4EB4-9C29-9B41D7431C0B}" srcId="{9D06B169-3DC8-4C7D-9C4E-E87F625C0FE3}" destId="{60DF3B30-1793-4020-AE77-41B16D72ACF3}" srcOrd="0" destOrd="0" parTransId="{B9A76314-51AD-430F-8E1E-9F6C31CCAE8C}" sibTransId="{23D7B454-A6EB-4974-8B77-66A961EA900D}"/>
    <dgm:cxn modelId="{9BFDAAE3-3DCE-42E9-91C5-5C98DB480888}" srcId="{689F4C92-9EE9-4966-A16D-2020CFC82C06}" destId="{594175B5-7082-4D50-9C62-45D1AABE1166}" srcOrd="1" destOrd="0" parTransId="{114FABDB-07B0-43EA-97D8-5073226E0726}" sibTransId="{8316728F-EEBF-4CC2-9073-0C1A0C9DA07C}"/>
    <dgm:cxn modelId="{700F87F9-6C24-4513-AE50-BEC1C8C341CC}" srcId="{594175B5-7082-4D50-9C62-45D1AABE1166}" destId="{94DED307-644B-419C-926C-B501AF811F00}" srcOrd="0" destOrd="0" parTransId="{E417E94A-DA2F-444D-BE30-0AA89791E9FC}" sibTransId="{BA4711B0-31BE-4C26-BC9F-A33ADD6B523B}"/>
    <dgm:cxn modelId="{2769C6A4-470A-405A-AC0E-7DFD9FD7B701}" type="presParOf" srcId="{FAD05351-2995-4DD9-B180-5DA38B6890BE}" destId="{8B554C6F-92DE-46C1-B81F-9B5B711CB634}" srcOrd="0" destOrd="0" presId="urn:microsoft.com/office/officeart/2005/8/layout/vProcess5"/>
    <dgm:cxn modelId="{0F961749-0CAE-4BC0-9D05-58F1FFED49EB}" type="presParOf" srcId="{FAD05351-2995-4DD9-B180-5DA38B6890BE}" destId="{00E123B7-159D-4AA3-AD16-DBDCE14BF7F0}" srcOrd="1" destOrd="0" presId="urn:microsoft.com/office/officeart/2005/8/layout/vProcess5"/>
    <dgm:cxn modelId="{D62019CD-057E-4056-A2E2-9F4B49F22F23}" type="presParOf" srcId="{FAD05351-2995-4DD9-B180-5DA38B6890BE}" destId="{98F6041E-7B28-4774-B522-5B67ECDB54B0}" srcOrd="2" destOrd="0" presId="urn:microsoft.com/office/officeart/2005/8/layout/vProcess5"/>
    <dgm:cxn modelId="{8E3766C2-6ACF-4FC7-B341-BC7B34861602}" type="presParOf" srcId="{FAD05351-2995-4DD9-B180-5DA38B6890BE}" destId="{87CC9F57-578A-4722-A366-53ACE0B0D9CD}" srcOrd="3" destOrd="0" presId="urn:microsoft.com/office/officeart/2005/8/layout/vProcess5"/>
    <dgm:cxn modelId="{C5C098F6-9096-4FA4-8A4D-B40EEF2627AD}" type="presParOf" srcId="{FAD05351-2995-4DD9-B180-5DA38B6890BE}" destId="{2C708C08-62BC-4986-884E-A240B4C957C4}" srcOrd="4" destOrd="0" presId="urn:microsoft.com/office/officeart/2005/8/layout/vProcess5"/>
    <dgm:cxn modelId="{CD2F6BBD-BD1C-4A0A-803F-3BBAF76EC612}" type="presParOf" srcId="{FAD05351-2995-4DD9-B180-5DA38B6890BE}" destId="{EE9A5DAB-EEA0-4939-A6A9-40916EA84AED}" srcOrd="5" destOrd="0" presId="urn:microsoft.com/office/officeart/2005/8/layout/vProcess5"/>
    <dgm:cxn modelId="{C78A5967-A5B0-48A5-83A6-FEA0212553C1}" type="presParOf" srcId="{FAD05351-2995-4DD9-B180-5DA38B6890BE}" destId="{49D0FD5B-7B52-47D4-9472-60C0A58570FE}" srcOrd="6" destOrd="0" presId="urn:microsoft.com/office/officeart/2005/8/layout/vProcess5"/>
    <dgm:cxn modelId="{3B377AF9-95E9-437E-B96A-2C9767BA301F}" type="presParOf" srcId="{FAD05351-2995-4DD9-B180-5DA38B6890BE}" destId="{35EC2C2E-EF8F-453B-B2E3-4BD25EB4D88E}" srcOrd="7" destOrd="0" presId="urn:microsoft.com/office/officeart/2005/8/layout/vProcess5"/>
    <dgm:cxn modelId="{D1CB50D7-BAB2-4BE7-BBE4-B0E1820EDDD7}" type="presParOf" srcId="{FAD05351-2995-4DD9-B180-5DA38B6890BE}" destId="{BDD895E7-4F35-44C3-9BE8-FCF83865499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10537C1-088A-4470-B232-3B2E698E9199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E116CE-4C53-4E40-8FFA-8B4296FC9E09}">
      <dgm:prSet custT="1"/>
      <dgm:spPr/>
      <dgm:t>
        <a:bodyPr/>
        <a:lstStyle/>
        <a:p>
          <a:r>
            <a:rPr lang="en-US" sz="1400" b="1" dirty="0"/>
            <a:t>Role and Influence</a:t>
          </a:r>
          <a:r>
            <a:rPr lang="en-US" sz="1400" dirty="0"/>
            <a:t>: The consultant is a trusted advisor to Homeowners Associations (HOAs), bridging the gap between board priorities and telecom providers to deliver reliable, cost-effective connectivity solutions. With a focus on tenant satisfaction and seamless implementation, they leverage industry best practices, peer referrals, and successful case studies to maintain credibility while recommending scalable, high-performing solutions that align with community needs and budgets.</a:t>
          </a:r>
        </a:p>
      </dgm:t>
    </dgm:pt>
    <dgm:pt modelId="{3EB4347C-0DB1-44D4-B910-30D1B088603A}" type="parTrans" cxnId="{68590CAA-39DE-47C6-9848-434F69F9DB18}">
      <dgm:prSet/>
      <dgm:spPr/>
      <dgm:t>
        <a:bodyPr/>
        <a:lstStyle/>
        <a:p>
          <a:endParaRPr lang="en-US" sz="2000"/>
        </a:p>
      </dgm:t>
    </dgm:pt>
    <dgm:pt modelId="{091FAAA6-1793-450A-8630-38339FA2186B}" type="sibTrans" cxnId="{68590CAA-39DE-47C6-9848-434F69F9DB18}">
      <dgm:prSet/>
      <dgm:spPr/>
      <dgm:t>
        <a:bodyPr/>
        <a:lstStyle/>
        <a:p>
          <a:endParaRPr lang="en-US" sz="2000"/>
        </a:p>
      </dgm:t>
    </dgm:pt>
    <dgm:pt modelId="{DE0EE50C-1D64-4EC7-A349-9F8A7EDB4BD1}">
      <dgm:prSet custT="1"/>
      <dgm:spPr/>
      <dgm:t>
        <a:bodyPr/>
        <a:lstStyle/>
        <a:p>
          <a:r>
            <a:rPr lang="en-US" sz="1400" b="1"/>
            <a:t>Key Drivers</a:t>
          </a:r>
          <a:r>
            <a:rPr lang="en-US" sz="1400"/>
            <a:t>:</a:t>
          </a:r>
        </a:p>
      </dgm:t>
    </dgm:pt>
    <dgm:pt modelId="{465F2951-E4F1-4174-9709-F2856A14972F}" type="parTrans" cxnId="{F905CA88-0A8D-42E4-ACD7-5EED93730F2B}">
      <dgm:prSet/>
      <dgm:spPr/>
      <dgm:t>
        <a:bodyPr/>
        <a:lstStyle/>
        <a:p>
          <a:endParaRPr lang="en-US" sz="2000"/>
        </a:p>
      </dgm:t>
    </dgm:pt>
    <dgm:pt modelId="{C373D6D1-A222-4D60-BEC2-0475F26AAEB9}" type="sibTrans" cxnId="{F905CA88-0A8D-42E4-ACD7-5EED93730F2B}">
      <dgm:prSet/>
      <dgm:spPr/>
      <dgm:t>
        <a:bodyPr/>
        <a:lstStyle/>
        <a:p>
          <a:endParaRPr lang="en-US" sz="2000"/>
        </a:p>
      </dgm:t>
    </dgm:pt>
    <dgm:pt modelId="{B4F6F7AD-4598-4C2F-BE54-681AF03DAC42}">
      <dgm:prSet custT="1"/>
      <dgm:spPr/>
      <dgm:t>
        <a:bodyPr/>
        <a:lstStyle/>
        <a:p>
          <a:r>
            <a:rPr lang="en-US" sz="800" b="1" dirty="0"/>
            <a:t>Community Connectivity: Delivers reliable, high-speed internet and managed </a:t>
          </a:r>
          <a:r>
            <a:rPr lang="en-US" sz="800" b="1" dirty="0" err="1"/>
            <a:t>WiFi</a:t>
          </a:r>
          <a:r>
            <a:rPr lang="en-US" sz="800" b="1" dirty="0"/>
            <a:t> solutions to ensure smooth operations and tenant satisfaction.</a:t>
          </a:r>
          <a:endParaRPr lang="en-US" sz="800" dirty="0"/>
        </a:p>
      </dgm:t>
    </dgm:pt>
    <dgm:pt modelId="{FB178852-77D4-4852-B151-808FCBF7F161}" type="parTrans" cxnId="{AB044C39-E594-4797-9811-FC6C57A45723}">
      <dgm:prSet/>
      <dgm:spPr/>
      <dgm:t>
        <a:bodyPr/>
        <a:lstStyle/>
        <a:p>
          <a:endParaRPr lang="en-US" sz="2000"/>
        </a:p>
      </dgm:t>
    </dgm:pt>
    <dgm:pt modelId="{16054BDC-4668-4648-98DE-9327CDF8872C}" type="sibTrans" cxnId="{AB044C39-E594-4797-9811-FC6C57A45723}">
      <dgm:prSet/>
      <dgm:spPr/>
      <dgm:t>
        <a:bodyPr/>
        <a:lstStyle/>
        <a:p>
          <a:endParaRPr lang="en-US" sz="2000"/>
        </a:p>
      </dgm:t>
    </dgm:pt>
    <dgm:pt modelId="{A1275BC0-614C-4661-A8CE-5ED7C4A24125}">
      <dgm:prSet custT="1"/>
      <dgm:spPr/>
      <dgm:t>
        <a:bodyPr/>
        <a:lstStyle/>
        <a:p>
          <a:r>
            <a:rPr lang="en-US" sz="1400" b="1" dirty="0"/>
            <a:t>Pain Points</a:t>
          </a:r>
          <a:r>
            <a:rPr lang="en-US" sz="1400" dirty="0"/>
            <a:t>:</a:t>
          </a:r>
        </a:p>
      </dgm:t>
    </dgm:pt>
    <dgm:pt modelId="{99FFC88B-D792-4565-B1A3-FA33248A4C10}" type="parTrans" cxnId="{D0AF4A67-DE67-445A-9020-F360C7AA0B44}">
      <dgm:prSet/>
      <dgm:spPr/>
      <dgm:t>
        <a:bodyPr/>
        <a:lstStyle/>
        <a:p>
          <a:endParaRPr lang="en-US" sz="2000"/>
        </a:p>
      </dgm:t>
    </dgm:pt>
    <dgm:pt modelId="{51DC0823-0B4B-4EA5-8FDF-5153BE68F030}" type="sibTrans" cxnId="{D0AF4A67-DE67-445A-9020-F360C7AA0B44}">
      <dgm:prSet/>
      <dgm:spPr/>
      <dgm:t>
        <a:bodyPr/>
        <a:lstStyle/>
        <a:p>
          <a:endParaRPr lang="en-US" sz="2000"/>
        </a:p>
      </dgm:t>
    </dgm:pt>
    <dgm:pt modelId="{5F5C4C22-5B24-4560-B363-D2AA206D0318}">
      <dgm:prSet custT="1"/>
      <dgm:spPr/>
      <dgm:t>
        <a:bodyPr/>
        <a:lstStyle/>
        <a:p>
          <a:r>
            <a:rPr lang="en-US" sz="800" b="1" dirty="0"/>
            <a:t>Complexity of Options:</a:t>
          </a:r>
          <a:endParaRPr lang="en-US" sz="800" dirty="0"/>
        </a:p>
      </dgm:t>
    </dgm:pt>
    <dgm:pt modelId="{69780B1F-3F8C-4751-939E-8394334A6AE9}" type="parTrans" cxnId="{DDA36F42-7B14-4FE4-9FEF-D282B31CDC10}">
      <dgm:prSet/>
      <dgm:spPr/>
      <dgm:t>
        <a:bodyPr/>
        <a:lstStyle/>
        <a:p>
          <a:endParaRPr lang="en-US" sz="2000"/>
        </a:p>
      </dgm:t>
    </dgm:pt>
    <dgm:pt modelId="{417FEDA1-3144-4E50-8433-918C4C06436C}" type="sibTrans" cxnId="{DDA36F42-7B14-4FE4-9FEF-D282B31CDC10}">
      <dgm:prSet/>
      <dgm:spPr/>
      <dgm:t>
        <a:bodyPr/>
        <a:lstStyle/>
        <a:p>
          <a:endParaRPr lang="en-US" sz="2000"/>
        </a:p>
      </dgm:t>
    </dgm:pt>
    <dgm:pt modelId="{10DB06C3-CFEA-4889-AF0F-25FF890FF960}">
      <dgm:prSet custT="1"/>
      <dgm:spPr/>
      <dgm:t>
        <a:bodyPr/>
        <a:lstStyle/>
        <a:p>
          <a:r>
            <a:rPr lang="en-US" sz="1400" b="1" dirty="0"/>
            <a:t>Messaging Approach</a:t>
          </a:r>
          <a:r>
            <a:rPr lang="en-US" sz="1400" dirty="0"/>
            <a:t>:</a:t>
          </a:r>
        </a:p>
      </dgm:t>
    </dgm:pt>
    <dgm:pt modelId="{E512AC18-232F-4C82-9A1F-CF2A2B9395C3}" type="parTrans" cxnId="{45C37866-54DB-46A7-80FE-8ED1908ECDFF}">
      <dgm:prSet/>
      <dgm:spPr/>
      <dgm:t>
        <a:bodyPr/>
        <a:lstStyle/>
        <a:p>
          <a:endParaRPr lang="en-US" sz="2000"/>
        </a:p>
      </dgm:t>
    </dgm:pt>
    <dgm:pt modelId="{69203C51-94F9-4E98-8A6E-F296047062B0}" type="sibTrans" cxnId="{45C37866-54DB-46A7-80FE-8ED1908ECDFF}">
      <dgm:prSet/>
      <dgm:spPr/>
      <dgm:t>
        <a:bodyPr/>
        <a:lstStyle/>
        <a:p>
          <a:endParaRPr lang="en-US" sz="2000"/>
        </a:p>
      </dgm:t>
    </dgm:pt>
    <dgm:pt modelId="{8237D45A-CFE0-476A-B604-C284E5F9B38F}">
      <dgm:prSet custT="1"/>
      <dgm:spPr/>
      <dgm:t>
        <a:bodyPr/>
        <a:lstStyle/>
        <a:p>
          <a:r>
            <a:rPr lang="en-US" sz="800" b="1" dirty="0"/>
            <a:t>Value-Driven Messaging:
Highlight the ROI of choosing Celerity Fiber, emphasizing tenant satisfaction, community value, and cost savings.</a:t>
          </a:r>
          <a:endParaRPr lang="en-US" sz="800" dirty="0"/>
        </a:p>
      </dgm:t>
    </dgm:pt>
    <dgm:pt modelId="{534D7F51-A8CF-413F-A5DD-3D94FD882778}" type="parTrans" cxnId="{D67D1E69-7745-44C8-8AA8-F05F45D926BA}">
      <dgm:prSet/>
      <dgm:spPr/>
      <dgm:t>
        <a:bodyPr/>
        <a:lstStyle/>
        <a:p>
          <a:endParaRPr lang="en-US" sz="2000"/>
        </a:p>
      </dgm:t>
    </dgm:pt>
    <dgm:pt modelId="{6D426AC2-CACC-424D-8F6F-C3EEA24219F5}" type="sibTrans" cxnId="{D67D1E69-7745-44C8-8AA8-F05F45D926BA}">
      <dgm:prSet/>
      <dgm:spPr/>
      <dgm:t>
        <a:bodyPr/>
        <a:lstStyle/>
        <a:p>
          <a:endParaRPr lang="en-US" sz="2000"/>
        </a:p>
      </dgm:t>
    </dgm:pt>
    <dgm:pt modelId="{73742DC7-5AFB-4FC4-9EEA-7900DBFDCF58}">
      <dgm:prSet custT="1"/>
      <dgm:spPr/>
      <dgm:t>
        <a:bodyPr/>
        <a:lstStyle/>
        <a:p>
          <a:r>
            <a:rPr lang="en-US" sz="800" b="1" dirty="0"/>
            <a:t>Trust and Credibility:
Showcase partnerships, testimonials, and case studies demonstrating successful implementations with other HOAs.</a:t>
          </a:r>
          <a:endParaRPr lang="en-US" sz="800" dirty="0"/>
        </a:p>
      </dgm:t>
    </dgm:pt>
    <dgm:pt modelId="{F7C33E04-3D34-43CA-9DD5-E2CC4D9D683B}" type="parTrans" cxnId="{A85844CC-74D0-42C3-91F4-566DCBF2B198}">
      <dgm:prSet/>
      <dgm:spPr/>
      <dgm:t>
        <a:bodyPr/>
        <a:lstStyle/>
        <a:p>
          <a:endParaRPr lang="en-US" sz="2000"/>
        </a:p>
      </dgm:t>
    </dgm:pt>
    <dgm:pt modelId="{5CC6CB84-238E-483A-8C80-021D66853F42}" type="sibTrans" cxnId="{A85844CC-74D0-42C3-91F4-566DCBF2B198}">
      <dgm:prSet/>
      <dgm:spPr/>
      <dgm:t>
        <a:bodyPr/>
        <a:lstStyle/>
        <a:p>
          <a:endParaRPr lang="en-US" sz="2000"/>
        </a:p>
      </dgm:t>
    </dgm:pt>
    <dgm:pt modelId="{EDBC355E-444D-4E93-9C3E-AC2017D7307F}">
      <dgm:prSet custT="1"/>
      <dgm:spPr/>
      <dgm:t>
        <a:bodyPr/>
        <a:lstStyle/>
        <a:p>
          <a:r>
            <a:rPr lang="en-US" sz="800" b="1" dirty="0"/>
            <a:t>Cost Efficiency: Balances HOA budget constraints with high-value solutions that promise ROI.</a:t>
          </a:r>
          <a:endParaRPr lang="en-US" sz="800" dirty="0"/>
        </a:p>
      </dgm:t>
    </dgm:pt>
    <dgm:pt modelId="{8B30B0A0-F21E-4CDC-A0E0-D1CF37D2138F}" type="parTrans" cxnId="{2A9F0B8A-CB9D-48A8-B66F-1E767BA19688}">
      <dgm:prSet/>
      <dgm:spPr/>
      <dgm:t>
        <a:bodyPr/>
        <a:lstStyle/>
        <a:p>
          <a:endParaRPr lang="en-US" sz="2000"/>
        </a:p>
      </dgm:t>
    </dgm:pt>
    <dgm:pt modelId="{3ED610CA-1EE9-4442-91E7-F8FD0B3D8BAC}" type="sibTrans" cxnId="{2A9F0B8A-CB9D-48A8-B66F-1E767BA19688}">
      <dgm:prSet/>
      <dgm:spPr/>
      <dgm:t>
        <a:bodyPr/>
        <a:lstStyle/>
        <a:p>
          <a:endParaRPr lang="en-US" sz="2000"/>
        </a:p>
      </dgm:t>
    </dgm:pt>
    <dgm:pt modelId="{226C8F5A-3D7C-4D3E-847E-70EC0413FA0C}">
      <dgm:prSet custT="1"/>
      <dgm:spPr/>
      <dgm:t>
        <a:bodyPr/>
        <a:lstStyle/>
        <a:p>
          <a:r>
            <a:rPr lang="en-US" sz="800" b="1" dirty="0"/>
            <a:t>Simplified Implementation: Seeks providers with minimal disruption during installation and excellent ongoing support.</a:t>
          </a:r>
          <a:endParaRPr lang="en-US" sz="800" dirty="0"/>
        </a:p>
      </dgm:t>
    </dgm:pt>
    <dgm:pt modelId="{FBB73F67-670B-444C-9C64-2365CF59798E}" type="parTrans" cxnId="{8A53C86C-DA57-4AAE-ADF3-35E58F7A8E69}">
      <dgm:prSet/>
      <dgm:spPr/>
      <dgm:t>
        <a:bodyPr/>
        <a:lstStyle/>
        <a:p>
          <a:endParaRPr lang="en-US" sz="2000"/>
        </a:p>
      </dgm:t>
    </dgm:pt>
    <dgm:pt modelId="{E46EA12C-91CC-4094-8A68-B9C9E2221F83}" type="sibTrans" cxnId="{8A53C86C-DA57-4AAE-ADF3-35E58F7A8E69}">
      <dgm:prSet/>
      <dgm:spPr/>
      <dgm:t>
        <a:bodyPr/>
        <a:lstStyle/>
        <a:p>
          <a:endParaRPr lang="en-US" sz="2000"/>
        </a:p>
      </dgm:t>
    </dgm:pt>
    <dgm:pt modelId="{7C8A9364-236D-4794-859F-1AB49956361B}">
      <dgm:prSet custT="1"/>
      <dgm:spPr/>
      <dgm:t>
        <a:bodyPr/>
        <a:lstStyle/>
        <a:p>
          <a:r>
            <a:rPr lang="en-US" sz="800" b="1"/>
            <a:t>Professional </a:t>
          </a:r>
          <a:r>
            <a:rPr lang="en-US" sz="800" b="1" dirty="0"/>
            <a:t>Reputation: Maintains credibility by consistently recommending top-performing and scalable solutions.</a:t>
          </a:r>
          <a:endParaRPr lang="en-US" sz="800" dirty="0"/>
        </a:p>
      </dgm:t>
    </dgm:pt>
    <dgm:pt modelId="{41183075-14F5-450C-94CF-F7CA856601DE}" type="parTrans" cxnId="{2F224D75-DC52-4EF9-A68C-A60E5187E114}">
      <dgm:prSet/>
      <dgm:spPr/>
      <dgm:t>
        <a:bodyPr/>
        <a:lstStyle/>
        <a:p>
          <a:endParaRPr lang="en-US" sz="2000"/>
        </a:p>
      </dgm:t>
    </dgm:pt>
    <dgm:pt modelId="{883BD96A-FAAB-4E86-AC6C-B89CC769D69F}" type="sibTrans" cxnId="{2F224D75-DC52-4EF9-A68C-A60E5187E114}">
      <dgm:prSet/>
      <dgm:spPr/>
      <dgm:t>
        <a:bodyPr/>
        <a:lstStyle/>
        <a:p>
          <a:endParaRPr lang="en-US" sz="2000"/>
        </a:p>
      </dgm:t>
    </dgm:pt>
    <dgm:pt modelId="{DC1CB2D8-AF27-435D-814F-5418AC61AEB5}">
      <dgm:prSet custT="1"/>
      <dgm:spPr/>
      <dgm:t>
        <a:bodyPr/>
        <a:lstStyle/>
        <a:p>
          <a:r>
            <a:rPr lang="en-US" sz="600" b="1" dirty="0"/>
            <a:t>Difficulty comparing technical specifications, contract terms, and value propositions.</a:t>
          </a:r>
          <a:endParaRPr lang="en-US" sz="600" dirty="0"/>
        </a:p>
      </dgm:t>
    </dgm:pt>
    <dgm:pt modelId="{0B32F20F-3F71-490E-BAC8-396BAD353932}" type="parTrans" cxnId="{BC70F8A3-FF39-4AC1-A342-77BDD183C6C6}">
      <dgm:prSet/>
      <dgm:spPr/>
      <dgm:t>
        <a:bodyPr/>
        <a:lstStyle/>
        <a:p>
          <a:endParaRPr lang="en-US" sz="2000"/>
        </a:p>
      </dgm:t>
    </dgm:pt>
    <dgm:pt modelId="{6C728CB1-80F3-45BC-8CD7-0D26C36F44E0}" type="sibTrans" cxnId="{BC70F8A3-FF39-4AC1-A342-77BDD183C6C6}">
      <dgm:prSet/>
      <dgm:spPr/>
      <dgm:t>
        <a:bodyPr/>
        <a:lstStyle/>
        <a:p>
          <a:endParaRPr lang="en-US" sz="2000"/>
        </a:p>
      </dgm:t>
    </dgm:pt>
    <dgm:pt modelId="{836E40F3-E101-481C-98F8-1F2F2929B63D}">
      <dgm:prSet custT="1"/>
      <dgm:spPr/>
      <dgm:t>
        <a:bodyPr/>
        <a:lstStyle/>
        <a:p>
          <a:r>
            <a:rPr lang="en-US" sz="800" b="1" dirty="0"/>
            <a:t>Service Reliability:</a:t>
          </a:r>
          <a:endParaRPr lang="en-US" sz="800" dirty="0"/>
        </a:p>
      </dgm:t>
    </dgm:pt>
    <dgm:pt modelId="{4266151B-AE6F-40BC-9A9E-E15484D8230D}" type="parTrans" cxnId="{A94AF1DC-03E1-40BB-A7EC-CD4B1B54FF04}">
      <dgm:prSet/>
      <dgm:spPr/>
      <dgm:t>
        <a:bodyPr/>
        <a:lstStyle/>
        <a:p>
          <a:endParaRPr lang="en-US" sz="2000"/>
        </a:p>
      </dgm:t>
    </dgm:pt>
    <dgm:pt modelId="{032376A2-D1D8-42C1-A226-FC64A4B588EF}" type="sibTrans" cxnId="{A94AF1DC-03E1-40BB-A7EC-CD4B1B54FF04}">
      <dgm:prSet/>
      <dgm:spPr/>
      <dgm:t>
        <a:bodyPr/>
        <a:lstStyle/>
        <a:p>
          <a:endParaRPr lang="en-US" sz="2000"/>
        </a:p>
      </dgm:t>
    </dgm:pt>
    <dgm:pt modelId="{08C682C4-0805-4CAE-B91A-18CD46B3B35A}">
      <dgm:prSet custT="1"/>
      <dgm:spPr/>
      <dgm:t>
        <a:bodyPr/>
        <a:lstStyle/>
        <a:p>
          <a:r>
            <a:rPr lang="en-US" sz="600" b="1"/>
            <a:t>Concerned </a:t>
          </a:r>
          <a:r>
            <a:rPr lang="en-US" sz="600" b="1" dirty="0"/>
            <a:t>about recommending a provider that may fall short in tenant satisfaction or service uptime.
Ensuring solutions are future-proof and can scale with community needs.</a:t>
          </a:r>
          <a:endParaRPr lang="en-US" sz="600" dirty="0"/>
        </a:p>
      </dgm:t>
    </dgm:pt>
    <dgm:pt modelId="{95E5E837-16FD-4AC7-AE51-06924D60DA2A}" type="parTrans" cxnId="{4EF25F3A-964B-46CA-BE0C-11C32CF0293D}">
      <dgm:prSet/>
      <dgm:spPr/>
      <dgm:t>
        <a:bodyPr/>
        <a:lstStyle/>
        <a:p>
          <a:endParaRPr lang="en-US" sz="2000"/>
        </a:p>
      </dgm:t>
    </dgm:pt>
    <dgm:pt modelId="{9D8B32A0-22CC-447E-9C85-0A337933E371}" type="sibTrans" cxnId="{4EF25F3A-964B-46CA-BE0C-11C32CF0293D}">
      <dgm:prSet/>
      <dgm:spPr/>
      <dgm:t>
        <a:bodyPr/>
        <a:lstStyle/>
        <a:p>
          <a:endParaRPr lang="en-US" sz="2000"/>
        </a:p>
      </dgm:t>
    </dgm:pt>
    <dgm:pt modelId="{6805C7F2-4CAD-4B57-A58A-797B72CB6031}">
      <dgm:prSet custT="1"/>
      <dgm:spPr/>
      <dgm:t>
        <a:bodyPr/>
        <a:lstStyle/>
        <a:p>
          <a:r>
            <a:rPr lang="en-US" sz="600" b="1"/>
            <a:t>Balancing </a:t>
          </a:r>
          <a:r>
            <a:rPr lang="en-US" sz="600" b="1" dirty="0"/>
            <a:t>HOA financial limitations with the demand for high-quality connectivity services.
Avoiding hidden costs or unexpected service charges that could impact credibility.</a:t>
          </a:r>
          <a:endParaRPr lang="en-US" sz="600" dirty="0"/>
        </a:p>
      </dgm:t>
    </dgm:pt>
    <dgm:pt modelId="{8399C55D-0E32-4BD9-9CCA-D96AAD88CF7E}" type="parTrans" cxnId="{036D8855-0A13-45AD-BD1F-FE7D9199E35D}">
      <dgm:prSet/>
      <dgm:spPr/>
      <dgm:t>
        <a:bodyPr/>
        <a:lstStyle/>
        <a:p>
          <a:endParaRPr lang="en-US" sz="2000"/>
        </a:p>
      </dgm:t>
    </dgm:pt>
    <dgm:pt modelId="{F6341517-2E38-41FF-A26F-EE239611D10B}" type="sibTrans" cxnId="{036D8855-0A13-45AD-BD1F-FE7D9199E35D}">
      <dgm:prSet/>
      <dgm:spPr/>
      <dgm:t>
        <a:bodyPr/>
        <a:lstStyle/>
        <a:p>
          <a:endParaRPr lang="en-US" sz="2000"/>
        </a:p>
      </dgm:t>
    </dgm:pt>
    <dgm:pt modelId="{5CB4EC35-0EB5-409D-82E2-7F5FEEA5F3EF}">
      <dgm:prSet custT="1"/>
      <dgm:spPr/>
      <dgm:t>
        <a:bodyPr/>
        <a:lstStyle/>
        <a:p>
          <a:r>
            <a:rPr lang="en-US" sz="600" b="1" dirty="0"/>
            <a:t>Overwhelmed by numerous providers offering similar promises without clear differentiation.</a:t>
          </a:r>
          <a:endParaRPr lang="en-US" sz="600" dirty="0"/>
        </a:p>
      </dgm:t>
    </dgm:pt>
    <dgm:pt modelId="{EA1F1AFB-0BF7-4343-A3EC-E9E138982AEA}" type="parTrans" cxnId="{078534FE-1EC4-4823-B305-EF9F10C06490}">
      <dgm:prSet/>
      <dgm:spPr/>
      <dgm:t>
        <a:bodyPr/>
        <a:lstStyle/>
        <a:p>
          <a:endParaRPr lang="en-US" sz="2000"/>
        </a:p>
      </dgm:t>
    </dgm:pt>
    <dgm:pt modelId="{881544A1-2D17-442A-8E27-324EECF1E84D}" type="sibTrans" cxnId="{078534FE-1EC4-4823-B305-EF9F10C06490}">
      <dgm:prSet/>
      <dgm:spPr/>
      <dgm:t>
        <a:bodyPr/>
        <a:lstStyle/>
        <a:p>
          <a:endParaRPr lang="en-US" sz="2000"/>
        </a:p>
      </dgm:t>
    </dgm:pt>
    <dgm:pt modelId="{096F5D67-486D-4884-87FB-0894E898914B}">
      <dgm:prSet custT="1"/>
      <dgm:spPr/>
      <dgm:t>
        <a:bodyPr/>
        <a:lstStyle/>
        <a:p>
          <a:r>
            <a:rPr lang="en-US" sz="800" b="1" dirty="0"/>
            <a:t>Budget Constraints:</a:t>
          </a:r>
          <a:endParaRPr lang="en-US" sz="800" dirty="0"/>
        </a:p>
      </dgm:t>
    </dgm:pt>
    <dgm:pt modelId="{97806922-1F66-451E-AB44-DE3D11228AC5}" type="parTrans" cxnId="{55E88259-DCCE-4B67-BDA0-4A93ACCD2873}">
      <dgm:prSet/>
      <dgm:spPr/>
      <dgm:t>
        <a:bodyPr/>
        <a:lstStyle/>
        <a:p>
          <a:endParaRPr lang="en-US" sz="2000"/>
        </a:p>
      </dgm:t>
    </dgm:pt>
    <dgm:pt modelId="{344AA607-0314-43DC-9E98-839D5E9DF406}" type="sibTrans" cxnId="{55E88259-DCCE-4B67-BDA0-4A93ACCD2873}">
      <dgm:prSet/>
      <dgm:spPr/>
      <dgm:t>
        <a:bodyPr/>
        <a:lstStyle/>
        <a:p>
          <a:endParaRPr lang="en-US" sz="2000"/>
        </a:p>
      </dgm:t>
    </dgm:pt>
    <dgm:pt modelId="{EB36D78F-A01C-4131-AA3F-E0CD07BBCA97}" type="pres">
      <dgm:prSet presAssocID="{D10537C1-088A-4470-B232-3B2E698E9199}" presName="Name0" presStyleCnt="0">
        <dgm:presLayoutVars>
          <dgm:dir/>
          <dgm:animLvl val="lvl"/>
          <dgm:resizeHandles val="exact"/>
        </dgm:presLayoutVars>
      </dgm:prSet>
      <dgm:spPr/>
    </dgm:pt>
    <dgm:pt modelId="{A2A37D53-AC96-4ACD-99BC-4F21C5063458}" type="pres">
      <dgm:prSet presAssocID="{10DB06C3-CFEA-4889-AF0F-25FF890FF960}" presName="boxAndChildren" presStyleCnt="0"/>
      <dgm:spPr/>
    </dgm:pt>
    <dgm:pt modelId="{30055DDD-D7DA-4497-93A7-A0F163D2512F}" type="pres">
      <dgm:prSet presAssocID="{10DB06C3-CFEA-4889-AF0F-25FF890FF960}" presName="parentTextBox" presStyleLbl="node1" presStyleIdx="0" presStyleCnt="4"/>
      <dgm:spPr/>
    </dgm:pt>
    <dgm:pt modelId="{B50529D5-2E83-44D5-9FF1-D1500F1DE554}" type="pres">
      <dgm:prSet presAssocID="{10DB06C3-CFEA-4889-AF0F-25FF890FF960}" presName="entireBox" presStyleLbl="node1" presStyleIdx="0" presStyleCnt="4"/>
      <dgm:spPr/>
    </dgm:pt>
    <dgm:pt modelId="{33FC9745-0D59-41EB-883A-8A6D74E8D53C}" type="pres">
      <dgm:prSet presAssocID="{10DB06C3-CFEA-4889-AF0F-25FF890FF960}" presName="descendantBox" presStyleCnt="0"/>
      <dgm:spPr/>
    </dgm:pt>
    <dgm:pt modelId="{AAB0C96F-3925-4564-9CEE-E3FE2476BEC6}" type="pres">
      <dgm:prSet presAssocID="{8237D45A-CFE0-476A-B604-C284E5F9B38F}" presName="childTextBox" presStyleLbl="fgAccFollowNode1" presStyleIdx="0" presStyleCnt="9">
        <dgm:presLayoutVars>
          <dgm:bulletEnabled val="1"/>
        </dgm:presLayoutVars>
      </dgm:prSet>
      <dgm:spPr/>
    </dgm:pt>
    <dgm:pt modelId="{F3D36B3F-0CDC-410E-B58C-3D313EE5EBC8}" type="pres">
      <dgm:prSet presAssocID="{73742DC7-5AFB-4FC4-9EEA-7900DBFDCF58}" presName="childTextBox" presStyleLbl="fgAccFollowNode1" presStyleIdx="1" presStyleCnt="9">
        <dgm:presLayoutVars>
          <dgm:bulletEnabled val="1"/>
        </dgm:presLayoutVars>
      </dgm:prSet>
      <dgm:spPr/>
    </dgm:pt>
    <dgm:pt modelId="{18F3C6E0-1875-4B15-99FC-39600B6412A9}" type="pres">
      <dgm:prSet presAssocID="{51DC0823-0B4B-4EA5-8FDF-5153BE68F030}" presName="sp" presStyleCnt="0"/>
      <dgm:spPr/>
    </dgm:pt>
    <dgm:pt modelId="{977E6F5C-2492-4048-B2A9-EB72D9815DAB}" type="pres">
      <dgm:prSet presAssocID="{A1275BC0-614C-4661-A8CE-5ED7C4A24125}" presName="arrowAndChildren" presStyleCnt="0"/>
      <dgm:spPr/>
    </dgm:pt>
    <dgm:pt modelId="{E49E8734-AB55-4B67-821F-376C0B61D42A}" type="pres">
      <dgm:prSet presAssocID="{A1275BC0-614C-4661-A8CE-5ED7C4A24125}" presName="parentTextArrow" presStyleLbl="node1" presStyleIdx="0" presStyleCnt="4"/>
      <dgm:spPr/>
    </dgm:pt>
    <dgm:pt modelId="{EF9ACA5D-57F5-4949-AEFD-E01C57F17371}" type="pres">
      <dgm:prSet presAssocID="{A1275BC0-614C-4661-A8CE-5ED7C4A24125}" presName="arrow" presStyleLbl="node1" presStyleIdx="1" presStyleCnt="4"/>
      <dgm:spPr/>
    </dgm:pt>
    <dgm:pt modelId="{4E434E9F-B5BD-481F-9FB5-3AE7FAEBA898}" type="pres">
      <dgm:prSet presAssocID="{A1275BC0-614C-4661-A8CE-5ED7C4A24125}" presName="descendantArrow" presStyleCnt="0"/>
      <dgm:spPr/>
    </dgm:pt>
    <dgm:pt modelId="{C59688BF-F152-42B3-9F0C-2D316B35CE21}" type="pres">
      <dgm:prSet presAssocID="{5F5C4C22-5B24-4560-B363-D2AA206D0318}" presName="childTextArrow" presStyleLbl="fgAccFollowNode1" presStyleIdx="2" presStyleCnt="9">
        <dgm:presLayoutVars>
          <dgm:bulletEnabled val="1"/>
        </dgm:presLayoutVars>
      </dgm:prSet>
      <dgm:spPr/>
    </dgm:pt>
    <dgm:pt modelId="{B79313FC-68E9-403D-8BEE-99A5504BFD52}" type="pres">
      <dgm:prSet presAssocID="{096F5D67-486D-4884-87FB-0894E898914B}" presName="childTextArrow" presStyleLbl="fgAccFollowNode1" presStyleIdx="3" presStyleCnt="9">
        <dgm:presLayoutVars>
          <dgm:bulletEnabled val="1"/>
        </dgm:presLayoutVars>
      </dgm:prSet>
      <dgm:spPr/>
    </dgm:pt>
    <dgm:pt modelId="{C9062CA5-D2D7-4910-B712-B507B080BBCD}" type="pres">
      <dgm:prSet presAssocID="{836E40F3-E101-481C-98F8-1F2F2929B63D}" presName="childTextArrow" presStyleLbl="fgAccFollowNode1" presStyleIdx="4" presStyleCnt="9">
        <dgm:presLayoutVars>
          <dgm:bulletEnabled val="1"/>
        </dgm:presLayoutVars>
      </dgm:prSet>
      <dgm:spPr/>
    </dgm:pt>
    <dgm:pt modelId="{7C1CB07D-89C2-40C1-96EE-4C4F676CEC4A}" type="pres">
      <dgm:prSet presAssocID="{C373D6D1-A222-4D60-BEC2-0475F26AAEB9}" presName="sp" presStyleCnt="0"/>
      <dgm:spPr/>
    </dgm:pt>
    <dgm:pt modelId="{A3EBD12F-C691-46E0-B67A-048E06A4124B}" type="pres">
      <dgm:prSet presAssocID="{DE0EE50C-1D64-4EC7-A349-9F8A7EDB4BD1}" presName="arrowAndChildren" presStyleCnt="0"/>
      <dgm:spPr/>
    </dgm:pt>
    <dgm:pt modelId="{830DF9CB-C4B6-4ABE-8098-05A592DE58B2}" type="pres">
      <dgm:prSet presAssocID="{DE0EE50C-1D64-4EC7-A349-9F8A7EDB4BD1}" presName="parentTextArrow" presStyleLbl="node1" presStyleIdx="1" presStyleCnt="4"/>
      <dgm:spPr/>
    </dgm:pt>
    <dgm:pt modelId="{6FDCCCF9-B16D-4AF5-B7C5-FAEAED285B2E}" type="pres">
      <dgm:prSet presAssocID="{DE0EE50C-1D64-4EC7-A349-9F8A7EDB4BD1}" presName="arrow" presStyleLbl="node1" presStyleIdx="2" presStyleCnt="4"/>
      <dgm:spPr/>
    </dgm:pt>
    <dgm:pt modelId="{839A7D6A-5875-4FC5-85FF-DD58FACF3087}" type="pres">
      <dgm:prSet presAssocID="{DE0EE50C-1D64-4EC7-A349-9F8A7EDB4BD1}" presName="descendantArrow" presStyleCnt="0"/>
      <dgm:spPr/>
    </dgm:pt>
    <dgm:pt modelId="{ECAD2DDF-2B57-4D18-A448-A1B58481E16D}" type="pres">
      <dgm:prSet presAssocID="{B4F6F7AD-4598-4C2F-BE54-681AF03DAC42}" presName="childTextArrow" presStyleLbl="fgAccFollowNode1" presStyleIdx="5" presStyleCnt="9">
        <dgm:presLayoutVars>
          <dgm:bulletEnabled val="1"/>
        </dgm:presLayoutVars>
      </dgm:prSet>
      <dgm:spPr/>
    </dgm:pt>
    <dgm:pt modelId="{EAA04BAE-C096-45CF-8417-A9CB044C3323}" type="pres">
      <dgm:prSet presAssocID="{EDBC355E-444D-4E93-9C3E-AC2017D7307F}" presName="childTextArrow" presStyleLbl="fgAccFollowNode1" presStyleIdx="6" presStyleCnt="9">
        <dgm:presLayoutVars>
          <dgm:bulletEnabled val="1"/>
        </dgm:presLayoutVars>
      </dgm:prSet>
      <dgm:spPr/>
    </dgm:pt>
    <dgm:pt modelId="{97CA003F-95E7-441B-8985-BEF99537FD0F}" type="pres">
      <dgm:prSet presAssocID="{226C8F5A-3D7C-4D3E-847E-70EC0413FA0C}" presName="childTextArrow" presStyleLbl="fgAccFollowNode1" presStyleIdx="7" presStyleCnt="9">
        <dgm:presLayoutVars>
          <dgm:bulletEnabled val="1"/>
        </dgm:presLayoutVars>
      </dgm:prSet>
      <dgm:spPr/>
    </dgm:pt>
    <dgm:pt modelId="{4D9EE9D1-5AC9-4719-A781-55B569547A0F}" type="pres">
      <dgm:prSet presAssocID="{7C8A9364-236D-4794-859F-1AB49956361B}" presName="childTextArrow" presStyleLbl="fgAccFollowNode1" presStyleIdx="8" presStyleCnt="9">
        <dgm:presLayoutVars>
          <dgm:bulletEnabled val="1"/>
        </dgm:presLayoutVars>
      </dgm:prSet>
      <dgm:spPr/>
    </dgm:pt>
    <dgm:pt modelId="{509D3693-39BD-4C8E-BA0E-F04E663F25C3}" type="pres">
      <dgm:prSet presAssocID="{091FAAA6-1793-450A-8630-38339FA2186B}" presName="sp" presStyleCnt="0"/>
      <dgm:spPr/>
    </dgm:pt>
    <dgm:pt modelId="{AA93113A-D320-4536-912C-1285B7A4D1BB}" type="pres">
      <dgm:prSet presAssocID="{45E116CE-4C53-4E40-8FFA-8B4296FC9E09}" presName="arrowAndChildren" presStyleCnt="0"/>
      <dgm:spPr/>
    </dgm:pt>
    <dgm:pt modelId="{7EB874D9-8A87-4679-83DD-28BCA6406079}" type="pres">
      <dgm:prSet presAssocID="{45E116CE-4C53-4E40-8FFA-8B4296FC9E09}" presName="parentTextArrow" presStyleLbl="node1" presStyleIdx="3" presStyleCnt="4"/>
      <dgm:spPr/>
    </dgm:pt>
  </dgm:ptLst>
  <dgm:cxnLst>
    <dgm:cxn modelId="{E77ECA07-0F0B-498A-BE4B-3753F6CD316C}" type="presOf" srcId="{6805C7F2-4CAD-4B57-A58A-797B72CB6031}" destId="{B79313FC-68E9-403D-8BEE-99A5504BFD52}" srcOrd="0" destOrd="1" presId="urn:microsoft.com/office/officeart/2005/8/layout/process4"/>
    <dgm:cxn modelId="{C2CA0513-7213-4900-B10E-10D0C8843B60}" type="presOf" srcId="{DE0EE50C-1D64-4EC7-A349-9F8A7EDB4BD1}" destId="{6FDCCCF9-B16D-4AF5-B7C5-FAEAED285B2E}" srcOrd="1" destOrd="0" presId="urn:microsoft.com/office/officeart/2005/8/layout/process4"/>
    <dgm:cxn modelId="{B8B98C14-D3C9-41AE-B1D7-AD153E9DA79B}" type="presOf" srcId="{096F5D67-486D-4884-87FB-0894E898914B}" destId="{B79313FC-68E9-403D-8BEE-99A5504BFD52}" srcOrd="0" destOrd="0" presId="urn:microsoft.com/office/officeart/2005/8/layout/process4"/>
    <dgm:cxn modelId="{F417041B-E6C2-482B-82F4-00348410F75E}" type="presOf" srcId="{45E116CE-4C53-4E40-8FFA-8B4296FC9E09}" destId="{7EB874D9-8A87-4679-83DD-28BCA6406079}" srcOrd="0" destOrd="0" presId="urn:microsoft.com/office/officeart/2005/8/layout/process4"/>
    <dgm:cxn modelId="{24873A20-4E8A-4784-8045-870FC4270893}" type="presOf" srcId="{DC1CB2D8-AF27-435D-814F-5418AC61AEB5}" destId="{C59688BF-F152-42B3-9F0C-2D316B35CE21}" srcOrd="0" destOrd="2" presId="urn:microsoft.com/office/officeart/2005/8/layout/process4"/>
    <dgm:cxn modelId="{BCB9B928-2EF9-488C-A797-16BA880D226D}" type="presOf" srcId="{73742DC7-5AFB-4FC4-9EEA-7900DBFDCF58}" destId="{F3D36B3F-0CDC-410E-B58C-3D313EE5EBC8}" srcOrd="0" destOrd="0" presId="urn:microsoft.com/office/officeart/2005/8/layout/process4"/>
    <dgm:cxn modelId="{AB044C39-E594-4797-9811-FC6C57A45723}" srcId="{DE0EE50C-1D64-4EC7-A349-9F8A7EDB4BD1}" destId="{B4F6F7AD-4598-4C2F-BE54-681AF03DAC42}" srcOrd="0" destOrd="0" parTransId="{FB178852-77D4-4852-B151-808FCBF7F161}" sibTransId="{16054BDC-4668-4648-98DE-9327CDF8872C}"/>
    <dgm:cxn modelId="{36DD9939-3B3B-4277-9C7A-EFEAFCF0F4E8}" type="presOf" srcId="{5F5C4C22-5B24-4560-B363-D2AA206D0318}" destId="{C59688BF-F152-42B3-9F0C-2D316B35CE21}" srcOrd="0" destOrd="0" presId="urn:microsoft.com/office/officeart/2005/8/layout/process4"/>
    <dgm:cxn modelId="{4EF25F3A-964B-46CA-BE0C-11C32CF0293D}" srcId="{836E40F3-E101-481C-98F8-1F2F2929B63D}" destId="{08C682C4-0805-4CAE-B91A-18CD46B3B35A}" srcOrd="0" destOrd="0" parTransId="{95E5E837-16FD-4AC7-AE51-06924D60DA2A}" sibTransId="{9D8B32A0-22CC-447E-9C85-0A337933E371}"/>
    <dgm:cxn modelId="{BC316F60-B172-4F03-B8E8-FEB647091CBD}" type="presOf" srcId="{A1275BC0-614C-4661-A8CE-5ED7C4A24125}" destId="{EF9ACA5D-57F5-4949-AEFD-E01C57F17371}" srcOrd="1" destOrd="0" presId="urn:microsoft.com/office/officeart/2005/8/layout/process4"/>
    <dgm:cxn modelId="{DDA36F42-7B14-4FE4-9FEF-D282B31CDC10}" srcId="{A1275BC0-614C-4661-A8CE-5ED7C4A24125}" destId="{5F5C4C22-5B24-4560-B363-D2AA206D0318}" srcOrd="0" destOrd="0" parTransId="{69780B1F-3F8C-4751-939E-8394334A6AE9}" sibTransId="{417FEDA1-3144-4E50-8433-918C4C06436C}"/>
    <dgm:cxn modelId="{45C37866-54DB-46A7-80FE-8ED1908ECDFF}" srcId="{D10537C1-088A-4470-B232-3B2E698E9199}" destId="{10DB06C3-CFEA-4889-AF0F-25FF890FF960}" srcOrd="3" destOrd="0" parTransId="{E512AC18-232F-4C82-9A1F-CF2A2B9395C3}" sibTransId="{69203C51-94F9-4E98-8A6E-F296047062B0}"/>
    <dgm:cxn modelId="{2A785E67-2644-42E0-A8B1-68EEECA002E7}" type="presOf" srcId="{10DB06C3-CFEA-4889-AF0F-25FF890FF960}" destId="{B50529D5-2E83-44D5-9FF1-D1500F1DE554}" srcOrd="1" destOrd="0" presId="urn:microsoft.com/office/officeart/2005/8/layout/process4"/>
    <dgm:cxn modelId="{D0AF4A67-DE67-445A-9020-F360C7AA0B44}" srcId="{D10537C1-088A-4470-B232-3B2E698E9199}" destId="{A1275BC0-614C-4661-A8CE-5ED7C4A24125}" srcOrd="2" destOrd="0" parTransId="{99FFC88B-D792-4565-B1A3-FA33248A4C10}" sibTransId="{51DC0823-0B4B-4EA5-8FDF-5153BE68F030}"/>
    <dgm:cxn modelId="{EA4AB868-0016-4033-8B4A-CF2BAA496585}" type="presOf" srcId="{B4F6F7AD-4598-4C2F-BE54-681AF03DAC42}" destId="{ECAD2DDF-2B57-4D18-A448-A1B58481E16D}" srcOrd="0" destOrd="0" presId="urn:microsoft.com/office/officeart/2005/8/layout/process4"/>
    <dgm:cxn modelId="{D67D1E69-7745-44C8-8AA8-F05F45D926BA}" srcId="{10DB06C3-CFEA-4889-AF0F-25FF890FF960}" destId="{8237D45A-CFE0-476A-B604-C284E5F9B38F}" srcOrd="0" destOrd="0" parTransId="{534D7F51-A8CF-413F-A5DD-3D94FD882778}" sibTransId="{6D426AC2-CACC-424D-8F6F-C3EEA24219F5}"/>
    <dgm:cxn modelId="{8A53C86C-DA57-4AAE-ADF3-35E58F7A8E69}" srcId="{DE0EE50C-1D64-4EC7-A349-9F8A7EDB4BD1}" destId="{226C8F5A-3D7C-4D3E-847E-70EC0413FA0C}" srcOrd="2" destOrd="0" parTransId="{FBB73F67-670B-444C-9C64-2365CF59798E}" sibTransId="{E46EA12C-91CC-4094-8A68-B9C9E2221F83}"/>
    <dgm:cxn modelId="{849D2171-5791-4720-A2FD-C0E82689E60C}" type="presOf" srcId="{DE0EE50C-1D64-4EC7-A349-9F8A7EDB4BD1}" destId="{830DF9CB-C4B6-4ABE-8098-05A592DE58B2}" srcOrd="0" destOrd="0" presId="urn:microsoft.com/office/officeart/2005/8/layout/process4"/>
    <dgm:cxn modelId="{2F224D75-DC52-4EF9-A68C-A60E5187E114}" srcId="{DE0EE50C-1D64-4EC7-A349-9F8A7EDB4BD1}" destId="{7C8A9364-236D-4794-859F-1AB49956361B}" srcOrd="3" destOrd="0" parTransId="{41183075-14F5-450C-94CF-F7CA856601DE}" sibTransId="{883BD96A-FAAB-4E86-AC6C-B89CC769D69F}"/>
    <dgm:cxn modelId="{036D8855-0A13-45AD-BD1F-FE7D9199E35D}" srcId="{096F5D67-486D-4884-87FB-0894E898914B}" destId="{6805C7F2-4CAD-4B57-A58A-797B72CB6031}" srcOrd="0" destOrd="0" parTransId="{8399C55D-0E32-4BD9-9CCA-D96AAD88CF7E}" sibTransId="{F6341517-2E38-41FF-A26F-EE239611D10B}"/>
    <dgm:cxn modelId="{55E88259-DCCE-4B67-BDA0-4A93ACCD2873}" srcId="{A1275BC0-614C-4661-A8CE-5ED7C4A24125}" destId="{096F5D67-486D-4884-87FB-0894E898914B}" srcOrd="1" destOrd="0" parTransId="{97806922-1F66-451E-AB44-DE3D11228AC5}" sibTransId="{344AA607-0314-43DC-9E98-839D5E9DF406}"/>
    <dgm:cxn modelId="{F905CA88-0A8D-42E4-ACD7-5EED93730F2B}" srcId="{D10537C1-088A-4470-B232-3B2E698E9199}" destId="{DE0EE50C-1D64-4EC7-A349-9F8A7EDB4BD1}" srcOrd="1" destOrd="0" parTransId="{465F2951-E4F1-4174-9709-F2856A14972F}" sibTransId="{C373D6D1-A222-4D60-BEC2-0475F26AAEB9}"/>
    <dgm:cxn modelId="{2A9F0B8A-CB9D-48A8-B66F-1E767BA19688}" srcId="{DE0EE50C-1D64-4EC7-A349-9F8A7EDB4BD1}" destId="{EDBC355E-444D-4E93-9C3E-AC2017D7307F}" srcOrd="1" destOrd="0" parTransId="{8B30B0A0-F21E-4CDC-A0E0-D1CF37D2138F}" sibTransId="{3ED610CA-1EE9-4442-91E7-F8FD0B3D8BAC}"/>
    <dgm:cxn modelId="{E6BD2D8E-46E8-4496-A2C7-A948FE8BE6AD}" type="presOf" srcId="{5CB4EC35-0EB5-409D-82E2-7F5FEEA5F3EF}" destId="{C59688BF-F152-42B3-9F0C-2D316B35CE21}" srcOrd="0" destOrd="1" presId="urn:microsoft.com/office/officeart/2005/8/layout/process4"/>
    <dgm:cxn modelId="{1A865891-1799-47BB-93AE-AB0805D152FE}" type="presOf" srcId="{226C8F5A-3D7C-4D3E-847E-70EC0413FA0C}" destId="{97CA003F-95E7-441B-8985-BEF99537FD0F}" srcOrd="0" destOrd="0" presId="urn:microsoft.com/office/officeart/2005/8/layout/process4"/>
    <dgm:cxn modelId="{A24C7496-2283-4A8A-AB7F-04CC422E76F4}" type="presOf" srcId="{10DB06C3-CFEA-4889-AF0F-25FF890FF960}" destId="{30055DDD-D7DA-4497-93A7-A0F163D2512F}" srcOrd="0" destOrd="0" presId="urn:microsoft.com/office/officeart/2005/8/layout/process4"/>
    <dgm:cxn modelId="{BC70F8A3-FF39-4AC1-A342-77BDD183C6C6}" srcId="{5F5C4C22-5B24-4560-B363-D2AA206D0318}" destId="{DC1CB2D8-AF27-435D-814F-5418AC61AEB5}" srcOrd="1" destOrd="0" parTransId="{0B32F20F-3F71-490E-BAC8-396BAD353932}" sibTransId="{6C728CB1-80F3-45BC-8CD7-0D26C36F44E0}"/>
    <dgm:cxn modelId="{98F260A7-5DAA-496D-8250-5CF65D4A3F55}" type="presOf" srcId="{08C682C4-0805-4CAE-B91A-18CD46B3B35A}" destId="{C9062CA5-D2D7-4910-B712-B507B080BBCD}" srcOrd="0" destOrd="1" presId="urn:microsoft.com/office/officeart/2005/8/layout/process4"/>
    <dgm:cxn modelId="{68590CAA-39DE-47C6-9848-434F69F9DB18}" srcId="{D10537C1-088A-4470-B232-3B2E698E9199}" destId="{45E116CE-4C53-4E40-8FFA-8B4296FC9E09}" srcOrd="0" destOrd="0" parTransId="{3EB4347C-0DB1-44D4-B910-30D1B088603A}" sibTransId="{091FAAA6-1793-450A-8630-38339FA2186B}"/>
    <dgm:cxn modelId="{64A44AB4-5882-43A0-805C-3C59D8986772}" type="presOf" srcId="{D10537C1-088A-4470-B232-3B2E698E9199}" destId="{EB36D78F-A01C-4131-AA3F-E0CD07BBCA97}" srcOrd="0" destOrd="0" presId="urn:microsoft.com/office/officeart/2005/8/layout/process4"/>
    <dgm:cxn modelId="{D6165BBD-8C97-4EBF-BF8B-331731EEE3B3}" type="presOf" srcId="{A1275BC0-614C-4661-A8CE-5ED7C4A24125}" destId="{E49E8734-AB55-4B67-821F-376C0B61D42A}" srcOrd="0" destOrd="0" presId="urn:microsoft.com/office/officeart/2005/8/layout/process4"/>
    <dgm:cxn modelId="{A85844CC-74D0-42C3-91F4-566DCBF2B198}" srcId="{10DB06C3-CFEA-4889-AF0F-25FF890FF960}" destId="{73742DC7-5AFB-4FC4-9EEA-7900DBFDCF58}" srcOrd="1" destOrd="0" parTransId="{F7C33E04-3D34-43CA-9DD5-E2CC4D9D683B}" sibTransId="{5CC6CB84-238E-483A-8C80-021D66853F42}"/>
    <dgm:cxn modelId="{1959B3D2-D006-46F9-BB3D-E1ACEFC2AB06}" type="presOf" srcId="{EDBC355E-444D-4E93-9C3E-AC2017D7307F}" destId="{EAA04BAE-C096-45CF-8417-A9CB044C3323}" srcOrd="0" destOrd="0" presId="urn:microsoft.com/office/officeart/2005/8/layout/process4"/>
    <dgm:cxn modelId="{A94AF1DC-03E1-40BB-A7EC-CD4B1B54FF04}" srcId="{A1275BC0-614C-4661-A8CE-5ED7C4A24125}" destId="{836E40F3-E101-481C-98F8-1F2F2929B63D}" srcOrd="2" destOrd="0" parTransId="{4266151B-AE6F-40BC-9A9E-E15484D8230D}" sibTransId="{032376A2-D1D8-42C1-A226-FC64A4B588EF}"/>
    <dgm:cxn modelId="{956249E1-80C8-44D4-B9B4-DA42140AC8A9}" type="presOf" srcId="{836E40F3-E101-481C-98F8-1F2F2929B63D}" destId="{C9062CA5-D2D7-4910-B712-B507B080BBCD}" srcOrd="0" destOrd="0" presId="urn:microsoft.com/office/officeart/2005/8/layout/process4"/>
    <dgm:cxn modelId="{A551DBE8-C2D9-491C-BA5B-1BF60F1AFF4E}" type="presOf" srcId="{8237D45A-CFE0-476A-B604-C284E5F9B38F}" destId="{AAB0C96F-3925-4564-9CEE-E3FE2476BEC6}" srcOrd="0" destOrd="0" presId="urn:microsoft.com/office/officeart/2005/8/layout/process4"/>
    <dgm:cxn modelId="{EB9098F3-8731-460D-A863-E430CDAA1392}" type="presOf" srcId="{7C8A9364-236D-4794-859F-1AB49956361B}" destId="{4D9EE9D1-5AC9-4719-A781-55B569547A0F}" srcOrd="0" destOrd="0" presId="urn:microsoft.com/office/officeart/2005/8/layout/process4"/>
    <dgm:cxn modelId="{078534FE-1EC4-4823-B305-EF9F10C06490}" srcId="{5F5C4C22-5B24-4560-B363-D2AA206D0318}" destId="{5CB4EC35-0EB5-409D-82E2-7F5FEEA5F3EF}" srcOrd="0" destOrd="0" parTransId="{EA1F1AFB-0BF7-4343-A3EC-E9E138982AEA}" sibTransId="{881544A1-2D17-442A-8E27-324EECF1E84D}"/>
    <dgm:cxn modelId="{43582B9C-3E5A-4841-9BD4-84F53036CCFC}" type="presParOf" srcId="{EB36D78F-A01C-4131-AA3F-E0CD07BBCA97}" destId="{A2A37D53-AC96-4ACD-99BC-4F21C5063458}" srcOrd="0" destOrd="0" presId="urn:microsoft.com/office/officeart/2005/8/layout/process4"/>
    <dgm:cxn modelId="{C525C4D9-E375-4EC3-BE40-207304BFAB8E}" type="presParOf" srcId="{A2A37D53-AC96-4ACD-99BC-4F21C5063458}" destId="{30055DDD-D7DA-4497-93A7-A0F163D2512F}" srcOrd="0" destOrd="0" presId="urn:microsoft.com/office/officeart/2005/8/layout/process4"/>
    <dgm:cxn modelId="{CF2AECC0-0D34-4D11-A353-1BE31DC72A5C}" type="presParOf" srcId="{A2A37D53-AC96-4ACD-99BC-4F21C5063458}" destId="{B50529D5-2E83-44D5-9FF1-D1500F1DE554}" srcOrd="1" destOrd="0" presId="urn:microsoft.com/office/officeart/2005/8/layout/process4"/>
    <dgm:cxn modelId="{C51D0C96-D0FD-4D19-B90D-9948F423307C}" type="presParOf" srcId="{A2A37D53-AC96-4ACD-99BC-4F21C5063458}" destId="{33FC9745-0D59-41EB-883A-8A6D74E8D53C}" srcOrd="2" destOrd="0" presId="urn:microsoft.com/office/officeart/2005/8/layout/process4"/>
    <dgm:cxn modelId="{103E5D10-C37F-413F-894B-6F4FD539B7C4}" type="presParOf" srcId="{33FC9745-0D59-41EB-883A-8A6D74E8D53C}" destId="{AAB0C96F-3925-4564-9CEE-E3FE2476BEC6}" srcOrd="0" destOrd="0" presId="urn:microsoft.com/office/officeart/2005/8/layout/process4"/>
    <dgm:cxn modelId="{5523D762-851A-4887-9E28-EA4463E1D7F0}" type="presParOf" srcId="{33FC9745-0D59-41EB-883A-8A6D74E8D53C}" destId="{F3D36B3F-0CDC-410E-B58C-3D313EE5EBC8}" srcOrd="1" destOrd="0" presId="urn:microsoft.com/office/officeart/2005/8/layout/process4"/>
    <dgm:cxn modelId="{8B5CF902-EF5F-4BD2-B33D-DDB743E4A6C8}" type="presParOf" srcId="{EB36D78F-A01C-4131-AA3F-E0CD07BBCA97}" destId="{18F3C6E0-1875-4B15-99FC-39600B6412A9}" srcOrd="1" destOrd="0" presId="urn:microsoft.com/office/officeart/2005/8/layout/process4"/>
    <dgm:cxn modelId="{1EE8EA6D-4EFC-4E19-B56B-31E3FA7FF6DD}" type="presParOf" srcId="{EB36D78F-A01C-4131-AA3F-E0CD07BBCA97}" destId="{977E6F5C-2492-4048-B2A9-EB72D9815DAB}" srcOrd="2" destOrd="0" presId="urn:microsoft.com/office/officeart/2005/8/layout/process4"/>
    <dgm:cxn modelId="{2487469F-7E9B-4B16-ADC2-037734B07844}" type="presParOf" srcId="{977E6F5C-2492-4048-B2A9-EB72D9815DAB}" destId="{E49E8734-AB55-4B67-821F-376C0B61D42A}" srcOrd="0" destOrd="0" presId="urn:microsoft.com/office/officeart/2005/8/layout/process4"/>
    <dgm:cxn modelId="{B02515CF-C5C1-49FE-99AF-8135FE48C8FB}" type="presParOf" srcId="{977E6F5C-2492-4048-B2A9-EB72D9815DAB}" destId="{EF9ACA5D-57F5-4949-AEFD-E01C57F17371}" srcOrd="1" destOrd="0" presId="urn:microsoft.com/office/officeart/2005/8/layout/process4"/>
    <dgm:cxn modelId="{4DC90248-AF99-4E85-8042-22B2B34D8AFB}" type="presParOf" srcId="{977E6F5C-2492-4048-B2A9-EB72D9815DAB}" destId="{4E434E9F-B5BD-481F-9FB5-3AE7FAEBA898}" srcOrd="2" destOrd="0" presId="urn:microsoft.com/office/officeart/2005/8/layout/process4"/>
    <dgm:cxn modelId="{41CE540D-E5F4-48CF-A713-77F66BB0F1BC}" type="presParOf" srcId="{4E434E9F-B5BD-481F-9FB5-3AE7FAEBA898}" destId="{C59688BF-F152-42B3-9F0C-2D316B35CE21}" srcOrd="0" destOrd="0" presId="urn:microsoft.com/office/officeart/2005/8/layout/process4"/>
    <dgm:cxn modelId="{E3172FEF-0503-4EB6-9635-E8582AA538F0}" type="presParOf" srcId="{4E434E9F-B5BD-481F-9FB5-3AE7FAEBA898}" destId="{B79313FC-68E9-403D-8BEE-99A5504BFD52}" srcOrd="1" destOrd="0" presId="urn:microsoft.com/office/officeart/2005/8/layout/process4"/>
    <dgm:cxn modelId="{53545284-A448-4E5A-BE90-38CAE425139D}" type="presParOf" srcId="{4E434E9F-B5BD-481F-9FB5-3AE7FAEBA898}" destId="{C9062CA5-D2D7-4910-B712-B507B080BBCD}" srcOrd="2" destOrd="0" presId="urn:microsoft.com/office/officeart/2005/8/layout/process4"/>
    <dgm:cxn modelId="{A308E089-45BF-4F99-A3DD-7D72A5B48139}" type="presParOf" srcId="{EB36D78F-A01C-4131-AA3F-E0CD07BBCA97}" destId="{7C1CB07D-89C2-40C1-96EE-4C4F676CEC4A}" srcOrd="3" destOrd="0" presId="urn:microsoft.com/office/officeart/2005/8/layout/process4"/>
    <dgm:cxn modelId="{E986B3B7-B99C-4167-A493-07C88C7646B5}" type="presParOf" srcId="{EB36D78F-A01C-4131-AA3F-E0CD07BBCA97}" destId="{A3EBD12F-C691-46E0-B67A-048E06A4124B}" srcOrd="4" destOrd="0" presId="urn:microsoft.com/office/officeart/2005/8/layout/process4"/>
    <dgm:cxn modelId="{1FA251D5-E0D7-4E74-8F5F-9E3797D1DEC3}" type="presParOf" srcId="{A3EBD12F-C691-46E0-B67A-048E06A4124B}" destId="{830DF9CB-C4B6-4ABE-8098-05A592DE58B2}" srcOrd="0" destOrd="0" presId="urn:microsoft.com/office/officeart/2005/8/layout/process4"/>
    <dgm:cxn modelId="{DDCF04F8-C74B-4DB6-BA3C-4A949F6CD2F6}" type="presParOf" srcId="{A3EBD12F-C691-46E0-B67A-048E06A4124B}" destId="{6FDCCCF9-B16D-4AF5-B7C5-FAEAED285B2E}" srcOrd="1" destOrd="0" presId="urn:microsoft.com/office/officeart/2005/8/layout/process4"/>
    <dgm:cxn modelId="{4626DAF1-DBEE-4D9F-897E-815EE2E0E0CE}" type="presParOf" srcId="{A3EBD12F-C691-46E0-B67A-048E06A4124B}" destId="{839A7D6A-5875-4FC5-85FF-DD58FACF3087}" srcOrd="2" destOrd="0" presId="urn:microsoft.com/office/officeart/2005/8/layout/process4"/>
    <dgm:cxn modelId="{D9BC06C6-D92D-4EF2-B707-455BA48C1593}" type="presParOf" srcId="{839A7D6A-5875-4FC5-85FF-DD58FACF3087}" destId="{ECAD2DDF-2B57-4D18-A448-A1B58481E16D}" srcOrd="0" destOrd="0" presId="urn:microsoft.com/office/officeart/2005/8/layout/process4"/>
    <dgm:cxn modelId="{5ABA92E2-0944-4E4F-B3A9-6CF8381D9F61}" type="presParOf" srcId="{839A7D6A-5875-4FC5-85FF-DD58FACF3087}" destId="{EAA04BAE-C096-45CF-8417-A9CB044C3323}" srcOrd="1" destOrd="0" presId="urn:microsoft.com/office/officeart/2005/8/layout/process4"/>
    <dgm:cxn modelId="{62E2E9CB-C096-4750-B3AF-3F330C4F55C8}" type="presParOf" srcId="{839A7D6A-5875-4FC5-85FF-DD58FACF3087}" destId="{97CA003F-95E7-441B-8985-BEF99537FD0F}" srcOrd="2" destOrd="0" presId="urn:microsoft.com/office/officeart/2005/8/layout/process4"/>
    <dgm:cxn modelId="{B3F97A0F-65E8-427A-83F0-8515F41ADE27}" type="presParOf" srcId="{839A7D6A-5875-4FC5-85FF-DD58FACF3087}" destId="{4D9EE9D1-5AC9-4719-A781-55B569547A0F}" srcOrd="3" destOrd="0" presId="urn:microsoft.com/office/officeart/2005/8/layout/process4"/>
    <dgm:cxn modelId="{EDBF79CD-373E-454E-88AF-95D703A3A518}" type="presParOf" srcId="{EB36D78F-A01C-4131-AA3F-E0CD07BBCA97}" destId="{509D3693-39BD-4C8E-BA0E-F04E663F25C3}" srcOrd="5" destOrd="0" presId="urn:microsoft.com/office/officeart/2005/8/layout/process4"/>
    <dgm:cxn modelId="{ACED0B24-B12D-420B-8A6D-31F725614666}" type="presParOf" srcId="{EB36D78F-A01C-4131-AA3F-E0CD07BBCA97}" destId="{AA93113A-D320-4536-912C-1285B7A4D1BB}" srcOrd="6" destOrd="0" presId="urn:microsoft.com/office/officeart/2005/8/layout/process4"/>
    <dgm:cxn modelId="{7DD72060-F6BD-47FD-AB3D-294BA68E4BFB}" type="presParOf" srcId="{AA93113A-D320-4536-912C-1285B7A4D1BB}" destId="{7EB874D9-8A87-4679-83DD-28BCA640607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89F4C92-9EE9-4966-A16D-2020CFC82C0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D06B169-3DC8-4C7D-9C4E-E87F625C0FE3}">
      <dgm:prSet/>
      <dgm:spPr/>
      <dgm:t>
        <a:bodyPr/>
        <a:lstStyle/>
        <a:p>
          <a:r>
            <a:rPr lang="en-US" b="1" i="0" baseline="0" dirty="0">
              <a:solidFill>
                <a:schemeClr val="bg1"/>
              </a:solidFill>
            </a:rPr>
            <a:t>Awareness</a:t>
          </a:r>
          <a:r>
            <a:rPr lang="en-US" b="0" i="0" baseline="0" dirty="0">
              <a:solidFill>
                <a:schemeClr val="bg1"/>
              </a:solidFill>
            </a:rPr>
            <a:t>:</a:t>
          </a:r>
        </a:p>
      </dgm:t>
    </dgm:pt>
    <dgm:pt modelId="{AEDD3853-BD96-4E62-9909-82FF9A012ABD}" type="parTrans" cxnId="{55409C25-8912-45DD-9C87-52E836D05FB7}">
      <dgm:prSet/>
      <dgm:spPr/>
      <dgm:t>
        <a:bodyPr/>
        <a:lstStyle/>
        <a:p>
          <a:endParaRPr lang="en-US"/>
        </a:p>
      </dgm:t>
    </dgm:pt>
    <dgm:pt modelId="{68F872B4-AAF2-478C-9724-DFFE676607BD}" type="sibTrans" cxnId="{55409C25-8912-45DD-9C87-52E836D05FB7}">
      <dgm:prSet/>
      <dgm:spPr/>
      <dgm:t>
        <a:bodyPr/>
        <a:lstStyle/>
        <a:p>
          <a:endParaRPr lang="en-US"/>
        </a:p>
      </dgm:t>
    </dgm:pt>
    <dgm:pt modelId="{594175B5-7082-4D50-9C62-45D1AABE1166}">
      <dgm:prSet/>
      <dgm:spPr/>
      <dgm:t>
        <a:bodyPr/>
        <a:lstStyle/>
        <a:p>
          <a:r>
            <a:rPr lang="en-US" b="1" i="0" baseline="0" dirty="0"/>
            <a:t>Consideration</a:t>
          </a:r>
          <a:r>
            <a:rPr lang="en-US" b="0" i="0" baseline="0" dirty="0"/>
            <a:t>:</a:t>
          </a:r>
        </a:p>
      </dgm:t>
    </dgm:pt>
    <dgm:pt modelId="{114FABDB-07B0-43EA-97D8-5073226E0726}" type="parTrans" cxnId="{9BFDAAE3-3DCE-42E9-91C5-5C98DB480888}">
      <dgm:prSet/>
      <dgm:spPr/>
      <dgm:t>
        <a:bodyPr/>
        <a:lstStyle/>
        <a:p>
          <a:endParaRPr lang="en-US"/>
        </a:p>
      </dgm:t>
    </dgm:pt>
    <dgm:pt modelId="{8316728F-EEBF-4CC2-9073-0C1A0C9DA07C}" type="sibTrans" cxnId="{9BFDAAE3-3DCE-42E9-91C5-5C98DB480888}">
      <dgm:prSet/>
      <dgm:spPr/>
      <dgm:t>
        <a:bodyPr/>
        <a:lstStyle/>
        <a:p>
          <a:endParaRPr lang="en-US"/>
        </a:p>
      </dgm:t>
    </dgm:pt>
    <dgm:pt modelId="{134EBF0B-7A2F-4E74-AC65-ECA2B1C6F057}">
      <dgm:prSet/>
      <dgm:spPr/>
      <dgm:t>
        <a:bodyPr/>
        <a:lstStyle/>
        <a:p>
          <a:r>
            <a:rPr lang="en-US" b="1" i="0" baseline="0" dirty="0"/>
            <a:t>Decision</a:t>
          </a:r>
          <a:r>
            <a:rPr lang="en-US" b="0" i="0" baseline="0" dirty="0"/>
            <a:t>:</a:t>
          </a:r>
          <a:endParaRPr lang="en-US" dirty="0"/>
        </a:p>
      </dgm:t>
    </dgm:pt>
    <dgm:pt modelId="{3B35F6B5-A99E-49FC-AB93-A71216F35876}" type="parTrans" cxnId="{89CD9C5B-C6A0-468D-8676-D490005134FE}">
      <dgm:prSet/>
      <dgm:spPr/>
      <dgm:t>
        <a:bodyPr/>
        <a:lstStyle/>
        <a:p>
          <a:endParaRPr lang="en-US"/>
        </a:p>
      </dgm:t>
    </dgm:pt>
    <dgm:pt modelId="{6506FA1A-D161-457B-A15A-491F6C36EE3C}" type="sibTrans" cxnId="{89CD9C5B-C6A0-468D-8676-D490005134FE}">
      <dgm:prSet/>
      <dgm:spPr/>
      <dgm:t>
        <a:bodyPr/>
        <a:lstStyle/>
        <a:p>
          <a:endParaRPr lang="en-US"/>
        </a:p>
      </dgm:t>
    </dgm:pt>
    <dgm:pt modelId="{60DF3B30-1793-4020-AE77-41B16D72ACF3}">
      <dgm:prSet/>
      <dgm:spPr/>
      <dgm:t>
        <a:bodyPr/>
        <a:lstStyle/>
        <a:p>
          <a:r>
            <a:rPr lang="en-US" b="0" i="0" baseline="0" dirty="0">
              <a:solidFill>
                <a:schemeClr val="bg1"/>
              </a:solidFill>
            </a:rPr>
            <a:t>Channels: </a:t>
          </a:r>
          <a:r>
            <a:rPr lang="en-US" b="0" i="0" baseline="0" dirty="0" err="1">
              <a:solidFill>
                <a:schemeClr val="bg1"/>
              </a:solidFill>
            </a:rPr>
            <a:t>Linkedin</a:t>
          </a:r>
          <a:r>
            <a:rPr lang="en-US" b="0" i="0" baseline="0" dirty="0">
              <a:solidFill>
                <a:schemeClr val="bg1"/>
              </a:solidFill>
            </a:rPr>
            <a:t> Campaigns, SEO Content, Webinars, Industry partnership.
Tactics: Sponsored posts and InMail targeting consultants with job titles like "HOA Consultant" or "Telecom Advisor“. Blog posts. Host sessions such as “Choosing the Right Internet for Your Community: A Consultant’s Guide.”</a:t>
          </a:r>
        </a:p>
      </dgm:t>
    </dgm:pt>
    <dgm:pt modelId="{B9A76314-51AD-430F-8E1E-9F6C31CCAE8C}" type="parTrans" cxnId="{08AC8ED8-527F-4EB4-9C29-9B41D7431C0B}">
      <dgm:prSet/>
      <dgm:spPr/>
      <dgm:t>
        <a:bodyPr/>
        <a:lstStyle/>
        <a:p>
          <a:endParaRPr lang="en-US"/>
        </a:p>
      </dgm:t>
    </dgm:pt>
    <dgm:pt modelId="{23D7B454-A6EB-4974-8B77-66A961EA900D}" type="sibTrans" cxnId="{08AC8ED8-527F-4EB4-9C29-9B41D7431C0B}">
      <dgm:prSet/>
      <dgm:spPr/>
      <dgm:t>
        <a:bodyPr/>
        <a:lstStyle/>
        <a:p>
          <a:endParaRPr lang="en-US"/>
        </a:p>
      </dgm:t>
    </dgm:pt>
    <dgm:pt modelId="{94DED307-644B-419C-926C-B501AF811F00}">
      <dgm:prSet/>
      <dgm:spPr/>
      <dgm:t>
        <a:bodyPr/>
        <a:lstStyle/>
        <a:p>
          <a:r>
            <a:rPr lang="en-US" b="0" i="0" baseline="0" dirty="0"/>
            <a:t>Channels: Case Studies, Email, Direct Mail Campaigns, Comparison guides and Interactive tools.
Tactics: Send targeted emails and case studies, focusing on tenant satisfaction and cost savings. Develop a ROI calculator for consultants to demonstrate cost-effectiveness to HOA boards.</a:t>
          </a:r>
        </a:p>
      </dgm:t>
    </dgm:pt>
    <dgm:pt modelId="{E417E94A-DA2F-444D-BE30-0AA89791E9FC}" type="parTrans" cxnId="{700F87F9-6C24-4513-AE50-BEC1C8C341CC}">
      <dgm:prSet/>
      <dgm:spPr/>
      <dgm:t>
        <a:bodyPr/>
        <a:lstStyle/>
        <a:p>
          <a:endParaRPr lang="en-US"/>
        </a:p>
      </dgm:t>
    </dgm:pt>
    <dgm:pt modelId="{BA4711B0-31BE-4C26-BC9F-A33ADD6B523B}" type="sibTrans" cxnId="{700F87F9-6C24-4513-AE50-BEC1C8C341CC}">
      <dgm:prSet/>
      <dgm:spPr/>
      <dgm:t>
        <a:bodyPr/>
        <a:lstStyle/>
        <a:p>
          <a:endParaRPr lang="en-US"/>
        </a:p>
      </dgm:t>
    </dgm:pt>
    <dgm:pt modelId="{ABD5B58D-1B58-4396-AD04-DCBBD749DDC5}">
      <dgm:prSet/>
      <dgm:spPr/>
      <dgm:t>
        <a:bodyPr/>
        <a:lstStyle/>
        <a:p>
          <a:r>
            <a:rPr lang="en-US" b="0" i="0" baseline="0" dirty="0"/>
            <a:t>Channels: Follow-Up Emails, Free consultation, In-Person Meetings.
Tactics: Offer personalized evaluations to understand community needs and recommend specific solutions. Limited-time discounts or bonuses for consultants who recommend Celerity Fiber to HOAs.</a:t>
          </a:r>
          <a:endParaRPr lang="en-US" dirty="0"/>
        </a:p>
      </dgm:t>
    </dgm:pt>
    <dgm:pt modelId="{02431601-6A6E-482A-8662-9B46E30B082F}" type="parTrans" cxnId="{53CA7C39-7C0F-4809-A95B-72C631531990}">
      <dgm:prSet/>
      <dgm:spPr/>
      <dgm:t>
        <a:bodyPr/>
        <a:lstStyle/>
        <a:p>
          <a:endParaRPr lang="en-US"/>
        </a:p>
      </dgm:t>
    </dgm:pt>
    <dgm:pt modelId="{24B6FC93-BE20-4D27-8CAC-3F429D202B4B}" type="sibTrans" cxnId="{53CA7C39-7C0F-4809-A95B-72C631531990}">
      <dgm:prSet/>
      <dgm:spPr/>
      <dgm:t>
        <a:bodyPr/>
        <a:lstStyle/>
        <a:p>
          <a:endParaRPr lang="en-US"/>
        </a:p>
      </dgm:t>
    </dgm:pt>
    <dgm:pt modelId="{FAD05351-2995-4DD9-B180-5DA38B6890BE}" type="pres">
      <dgm:prSet presAssocID="{689F4C92-9EE9-4966-A16D-2020CFC82C06}" presName="outerComposite" presStyleCnt="0">
        <dgm:presLayoutVars>
          <dgm:chMax val="5"/>
          <dgm:dir/>
          <dgm:resizeHandles val="exact"/>
        </dgm:presLayoutVars>
      </dgm:prSet>
      <dgm:spPr/>
    </dgm:pt>
    <dgm:pt modelId="{8B554C6F-92DE-46C1-B81F-9B5B711CB634}" type="pres">
      <dgm:prSet presAssocID="{689F4C92-9EE9-4966-A16D-2020CFC82C06}" presName="dummyMaxCanvas" presStyleCnt="0">
        <dgm:presLayoutVars/>
      </dgm:prSet>
      <dgm:spPr/>
    </dgm:pt>
    <dgm:pt modelId="{613F11F7-8326-402E-9D4E-42EDA7F75567}" type="pres">
      <dgm:prSet presAssocID="{689F4C92-9EE9-4966-A16D-2020CFC82C06}" presName="ThreeNodes_1" presStyleLbl="node1" presStyleIdx="0" presStyleCnt="3">
        <dgm:presLayoutVars>
          <dgm:bulletEnabled val="1"/>
        </dgm:presLayoutVars>
      </dgm:prSet>
      <dgm:spPr/>
    </dgm:pt>
    <dgm:pt modelId="{47F04DA0-BEF3-42FB-8B8E-8646EEE161D0}" type="pres">
      <dgm:prSet presAssocID="{689F4C92-9EE9-4966-A16D-2020CFC82C06}" presName="ThreeNodes_2" presStyleLbl="node1" presStyleIdx="1" presStyleCnt="3">
        <dgm:presLayoutVars>
          <dgm:bulletEnabled val="1"/>
        </dgm:presLayoutVars>
      </dgm:prSet>
      <dgm:spPr/>
    </dgm:pt>
    <dgm:pt modelId="{2739A2B2-1D4A-4F6B-BC0D-B32E7E48408F}" type="pres">
      <dgm:prSet presAssocID="{689F4C92-9EE9-4966-A16D-2020CFC82C06}" presName="ThreeNodes_3" presStyleLbl="node1" presStyleIdx="2" presStyleCnt="3">
        <dgm:presLayoutVars>
          <dgm:bulletEnabled val="1"/>
        </dgm:presLayoutVars>
      </dgm:prSet>
      <dgm:spPr/>
    </dgm:pt>
    <dgm:pt modelId="{21A92AE1-6346-4B73-B363-645345AC8C57}" type="pres">
      <dgm:prSet presAssocID="{689F4C92-9EE9-4966-A16D-2020CFC82C06}" presName="ThreeConn_1-2" presStyleLbl="fgAccFollowNode1" presStyleIdx="0" presStyleCnt="2">
        <dgm:presLayoutVars>
          <dgm:bulletEnabled val="1"/>
        </dgm:presLayoutVars>
      </dgm:prSet>
      <dgm:spPr/>
    </dgm:pt>
    <dgm:pt modelId="{2C1B8FE7-7C88-4126-834A-259CAE90E297}" type="pres">
      <dgm:prSet presAssocID="{689F4C92-9EE9-4966-A16D-2020CFC82C06}" presName="ThreeConn_2-3" presStyleLbl="fgAccFollowNode1" presStyleIdx="1" presStyleCnt="2">
        <dgm:presLayoutVars>
          <dgm:bulletEnabled val="1"/>
        </dgm:presLayoutVars>
      </dgm:prSet>
      <dgm:spPr/>
    </dgm:pt>
    <dgm:pt modelId="{EF54FE6A-6582-42BB-BC8D-8DA20F2823E6}" type="pres">
      <dgm:prSet presAssocID="{689F4C92-9EE9-4966-A16D-2020CFC82C06}" presName="ThreeNodes_1_text" presStyleLbl="node1" presStyleIdx="2" presStyleCnt="3">
        <dgm:presLayoutVars>
          <dgm:bulletEnabled val="1"/>
        </dgm:presLayoutVars>
      </dgm:prSet>
      <dgm:spPr/>
    </dgm:pt>
    <dgm:pt modelId="{38BCE81D-6CCA-4EAB-B44F-9FA3209A9C08}" type="pres">
      <dgm:prSet presAssocID="{689F4C92-9EE9-4966-A16D-2020CFC82C06}" presName="ThreeNodes_2_text" presStyleLbl="node1" presStyleIdx="2" presStyleCnt="3">
        <dgm:presLayoutVars>
          <dgm:bulletEnabled val="1"/>
        </dgm:presLayoutVars>
      </dgm:prSet>
      <dgm:spPr/>
    </dgm:pt>
    <dgm:pt modelId="{18B8B16D-6C03-47AB-9D46-57BB90EBA96E}" type="pres">
      <dgm:prSet presAssocID="{689F4C92-9EE9-4966-A16D-2020CFC82C0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E7A5409-9D80-473F-B6DB-40265988BD2F}" type="presOf" srcId="{60DF3B30-1793-4020-AE77-41B16D72ACF3}" destId="{613F11F7-8326-402E-9D4E-42EDA7F75567}" srcOrd="0" destOrd="1" presId="urn:microsoft.com/office/officeart/2005/8/layout/vProcess5"/>
    <dgm:cxn modelId="{AFC66D12-0022-4A03-AF07-D5453BA94300}" type="presOf" srcId="{68F872B4-AAF2-478C-9724-DFFE676607BD}" destId="{21A92AE1-6346-4B73-B363-645345AC8C57}" srcOrd="0" destOrd="0" presId="urn:microsoft.com/office/officeart/2005/8/layout/vProcess5"/>
    <dgm:cxn modelId="{14CDC819-F060-455D-8BA2-AFE8E80AC047}" type="presOf" srcId="{689F4C92-9EE9-4966-A16D-2020CFC82C06}" destId="{FAD05351-2995-4DD9-B180-5DA38B6890BE}" srcOrd="0" destOrd="0" presId="urn:microsoft.com/office/officeart/2005/8/layout/vProcess5"/>
    <dgm:cxn modelId="{732B701E-81E4-4005-A5C3-BC4B70AED6AC}" type="presOf" srcId="{134EBF0B-7A2F-4E74-AC65-ECA2B1C6F057}" destId="{18B8B16D-6C03-47AB-9D46-57BB90EBA96E}" srcOrd="1" destOrd="0" presId="urn:microsoft.com/office/officeart/2005/8/layout/vProcess5"/>
    <dgm:cxn modelId="{55409C25-8912-45DD-9C87-52E836D05FB7}" srcId="{689F4C92-9EE9-4966-A16D-2020CFC82C06}" destId="{9D06B169-3DC8-4C7D-9C4E-E87F625C0FE3}" srcOrd="0" destOrd="0" parTransId="{AEDD3853-BD96-4E62-9909-82FF9A012ABD}" sibTransId="{68F872B4-AAF2-478C-9724-DFFE676607BD}"/>
    <dgm:cxn modelId="{53CA7C39-7C0F-4809-A95B-72C631531990}" srcId="{134EBF0B-7A2F-4E74-AC65-ECA2B1C6F057}" destId="{ABD5B58D-1B58-4396-AD04-DCBBD749DDC5}" srcOrd="0" destOrd="0" parTransId="{02431601-6A6E-482A-8662-9B46E30B082F}" sibTransId="{24B6FC93-BE20-4D27-8CAC-3F429D202B4B}"/>
    <dgm:cxn modelId="{89CD9C5B-C6A0-468D-8676-D490005134FE}" srcId="{689F4C92-9EE9-4966-A16D-2020CFC82C06}" destId="{134EBF0B-7A2F-4E74-AC65-ECA2B1C6F057}" srcOrd="2" destOrd="0" parTransId="{3B35F6B5-A99E-49FC-AB93-A71216F35876}" sibTransId="{6506FA1A-D161-457B-A15A-491F6C36EE3C}"/>
    <dgm:cxn modelId="{8154BC5D-1833-4E5B-818D-A68BD2C17A04}" type="presOf" srcId="{594175B5-7082-4D50-9C62-45D1AABE1166}" destId="{47F04DA0-BEF3-42FB-8B8E-8646EEE161D0}" srcOrd="0" destOrd="0" presId="urn:microsoft.com/office/officeart/2005/8/layout/vProcess5"/>
    <dgm:cxn modelId="{E0B47842-F3C5-4E2A-A752-C1576E3597D9}" type="presOf" srcId="{ABD5B58D-1B58-4396-AD04-DCBBD749DDC5}" destId="{18B8B16D-6C03-47AB-9D46-57BB90EBA96E}" srcOrd="1" destOrd="1" presId="urn:microsoft.com/office/officeart/2005/8/layout/vProcess5"/>
    <dgm:cxn modelId="{D82FC567-DA0C-42C5-99AD-1171754A2529}" type="presOf" srcId="{60DF3B30-1793-4020-AE77-41B16D72ACF3}" destId="{EF54FE6A-6582-42BB-BC8D-8DA20F2823E6}" srcOrd="1" destOrd="1" presId="urn:microsoft.com/office/officeart/2005/8/layout/vProcess5"/>
    <dgm:cxn modelId="{FB58F958-DAD9-4194-9263-89C1A88A56F7}" type="presOf" srcId="{94DED307-644B-419C-926C-B501AF811F00}" destId="{47F04DA0-BEF3-42FB-8B8E-8646EEE161D0}" srcOrd="0" destOrd="1" presId="urn:microsoft.com/office/officeart/2005/8/layout/vProcess5"/>
    <dgm:cxn modelId="{C3993282-90F6-495A-A03E-72C07741CBB1}" type="presOf" srcId="{594175B5-7082-4D50-9C62-45D1AABE1166}" destId="{38BCE81D-6CCA-4EAB-B44F-9FA3209A9C08}" srcOrd="1" destOrd="0" presId="urn:microsoft.com/office/officeart/2005/8/layout/vProcess5"/>
    <dgm:cxn modelId="{9A9DBC9D-438E-4560-B406-13858E97B3FF}" type="presOf" srcId="{94DED307-644B-419C-926C-B501AF811F00}" destId="{38BCE81D-6CCA-4EAB-B44F-9FA3209A9C08}" srcOrd="1" destOrd="1" presId="urn:microsoft.com/office/officeart/2005/8/layout/vProcess5"/>
    <dgm:cxn modelId="{26A126AF-51C4-476D-8D3C-01BB449586F8}" type="presOf" srcId="{8316728F-EEBF-4CC2-9073-0C1A0C9DA07C}" destId="{2C1B8FE7-7C88-4126-834A-259CAE90E297}" srcOrd="0" destOrd="0" presId="urn:microsoft.com/office/officeart/2005/8/layout/vProcess5"/>
    <dgm:cxn modelId="{038F23C0-493D-419E-A583-1A5584F4AC98}" type="presOf" srcId="{9D06B169-3DC8-4C7D-9C4E-E87F625C0FE3}" destId="{EF54FE6A-6582-42BB-BC8D-8DA20F2823E6}" srcOrd="1" destOrd="0" presId="urn:microsoft.com/office/officeart/2005/8/layout/vProcess5"/>
    <dgm:cxn modelId="{FE2C14C1-F163-41E7-B877-D0F495AB83C4}" type="presOf" srcId="{ABD5B58D-1B58-4396-AD04-DCBBD749DDC5}" destId="{2739A2B2-1D4A-4F6B-BC0D-B32E7E48408F}" srcOrd="0" destOrd="1" presId="urn:microsoft.com/office/officeart/2005/8/layout/vProcess5"/>
    <dgm:cxn modelId="{B9CE07D3-A4E2-4F85-BEBC-4E96B31E808F}" type="presOf" srcId="{134EBF0B-7A2F-4E74-AC65-ECA2B1C6F057}" destId="{2739A2B2-1D4A-4F6B-BC0D-B32E7E48408F}" srcOrd="0" destOrd="0" presId="urn:microsoft.com/office/officeart/2005/8/layout/vProcess5"/>
    <dgm:cxn modelId="{B20338D4-BBD6-4BEA-AFD8-D4EF33A4835D}" type="presOf" srcId="{9D06B169-3DC8-4C7D-9C4E-E87F625C0FE3}" destId="{613F11F7-8326-402E-9D4E-42EDA7F75567}" srcOrd="0" destOrd="0" presId="urn:microsoft.com/office/officeart/2005/8/layout/vProcess5"/>
    <dgm:cxn modelId="{08AC8ED8-527F-4EB4-9C29-9B41D7431C0B}" srcId="{9D06B169-3DC8-4C7D-9C4E-E87F625C0FE3}" destId="{60DF3B30-1793-4020-AE77-41B16D72ACF3}" srcOrd="0" destOrd="0" parTransId="{B9A76314-51AD-430F-8E1E-9F6C31CCAE8C}" sibTransId="{23D7B454-A6EB-4974-8B77-66A961EA900D}"/>
    <dgm:cxn modelId="{9BFDAAE3-3DCE-42E9-91C5-5C98DB480888}" srcId="{689F4C92-9EE9-4966-A16D-2020CFC82C06}" destId="{594175B5-7082-4D50-9C62-45D1AABE1166}" srcOrd="1" destOrd="0" parTransId="{114FABDB-07B0-43EA-97D8-5073226E0726}" sibTransId="{8316728F-EEBF-4CC2-9073-0C1A0C9DA07C}"/>
    <dgm:cxn modelId="{700F87F9-6C24-4513-AE50-BEC1C8C341CC}" srcId="{594175B5-7082-4D50-9C62-45D1AABE1166}" destId="{94DED307-644B-419C-926C-B501AF811F00}" srcOrd="0" destOrd="0" parTransId="{E417E94A-DA2F-444D-BE30-0AA89791E9FC}" sibTransId="{BA4711B0-31BE-4C26-BC9F-A33ADD6B523B}"/>
    <dgm:cxn modelId="{2769C6A4-470A-405A-AC0E-7DFD9FD7B701}" type="presParOf" srcId="{FAD05351-2995-4DD9-B180-5DA38B6890BE}" destId="{8B554C6F-92DE-46C1-B81F-9B5B711CB634}" srcOrd="0" destOrd="0" presId="urn:microsoft.com/office/officeart/2005/8/layout/vProcess5"/>
    <dgm:cxn modelId="{18D79850-D78B-4A76-AC90-3CC842B66EC5}" type="presParOf" srcId="{FAD05351-2995-4DD9-B180-5DA38B6890BE}" destId="{613F11F7-8326-402E-9D4E-42EDA7F75567}" srcOrd="1" destOrd="0" presId="urn:microsoft.com/office/officeart/2005/8/layout/vProcess5"/>
    <dgm:cxn modelId="{C377CE70-AE11-406C-8AFE-8FBB507DB60F}" type="presParOf" srcId="{FAD05351-2995-4DD9-B180-5DA38B6890BE}" destId="{47F04DA0-BEF3-42FB-8B8E-8646EEE161D0}" srcOrd="2" destOrd="0" presId="urn:microsoft.com/office/officeart/2005/8/layout/vProcess5"/>
    <dgm:cxn modelId="{1937D25F-D1EE-4919-A1E3-D43874CBEAE9}" type="presParOf" srcId="{FAD05351-2995-4DD9-B180-5DA38B6890BE}" destId="{2739A2B2-1D4A-4F6B-BC0D-B32E7E48408F}" srcOrd="3" destOrd="0" presId="urn:microsoft.com/office/officeart/2005/8/layout/vProcess5"/>
    <dgm:cxn modelId="{6E876FB9-E1F2-4480-9781-16CF6429B81C}" type="presParOf" srcId="{FAD05351-2995-4DD9-B180-5DA38B6890BE}" destId="{21A92AE1-6346-4B73-B363-645345AC8C57}" srcOrd="4" destOrd="0" presId="urn:microsoft.com/office/officeart/2005/8/layout/vProcess5"/>
    <dgm:cxn modelId="{46D3FE66-E050-4444-AF0E-E0220E53AF2F}" type="presParOf" srcId="{FAD05351-2995-4DD9-B180-5DA38B6890BE}" destId="{2C1B8FE7-7C88-4126-834A-259CAE90E297}" srcOrd="5" destOrd="0" presId="urn:microsoft.com/office/officeart/2005/8/layout/vProcess5"/>
    <dgm:cxn modelId="{B6D38C61-86D4-4F6C-BC53-21D2C0A2A9A8}" type="presParOf" srcId="{FAD05351-2995-4DD9-B180-5DA38B6890BE}" destId="{EF54FE6A-6582-42BB-BC8D-8DA20F2823E6}" srcOrd="6" destOrd="0" presId="urn:microsoft.com/office/officeart/2005/8/layout/vProcess5"/>
    <dgm:cxn modelId="{5FD96B90-066D-4B84-B7A1-EE43D2D9791D}" type="presParOf" srcId="{FAD05351-2995-4DD9-B180-5DA38B6890BE}" destId="{38BCE81D-6CCA-4EAB-B44F-9FA3209A9C08}" srcOrd="7" destOrd="0" presId="urn:microsoft.com/office/officeart/2005/8/layout/vProcess5"/>
    <dgm:cxn modelId="{B038FD59-8F71-4EA5-8C11-2CC7D5B8E862}" type="presParOf" srcId="{FAD05351-2995-4DD9-B180-5DA38B6890BE}" destId="{18B8B16D-6C03-47AB-9D46-57BB90EBA96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444D3-A9AC-46F8-920A-93093749370C}">
      <dsp:nvSpPr>
        <dsp:cNvPr id="0" name=""/>
        <dsp:cNvSpPr/>
      </dsp:nvSpPr>
      <dsp:spPr>
        <a:xfrm>
          <a:off x="0" y="5253949"/>
          <a:ext cx="6367462" cy="114943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Messaging Approach</a:t>
          </a:r>
          <a:r>
            <a:rPr lang="en-US" sz="1800" kern="1200"/>
            <a:t>:</a:t>
          </a:r>
        </a:p>
      </dsp:txBody>
      <dsp:txXfrm>
        <a:off x="0" y="5253949"/>
        <a:ext cx="6367462" cy="620695"/>
      </dsp:txXfrm>
    </dsp:sp>
    <dsp:sp modelId="{53735555-F239-4085-9488-F3661805D05C}">
      <dsp:nvSpPr>
        <dsp:cNvPr id="0" name=""/>
        <dsp:cNvSpPr/>
      </dsp:nvSpPr>
      <dsp:spPr>
        <a:xfrm>
          <a:off x="0" y="5851656"/>
          <a:ext cx="3183731" cy="5287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Value-Driven Content</a:t>
          </a:r>
          <a:r>
            <a:rPr lang="en-US" sz="900" kern="1200" dirty="0"/>
            <a:t>: Case studies showing ROI, e-books on “Boosting Property Value with Fiber,” and testimonials from high-end MDUs.</a:t>
          </a:r>
        </a:p>
      </dsp:txBody>
      <dsp:txXfrm>
        <a:off x="0" y="5851656"/>
        <a:ext cx="3183731" cy="528740"/>
      </dsp:txXfrm>
    </dsp:sp>
    <dsp:sp modelId="{1515039D-3D40-4654-B861-A5E2A51CBE32}">
      <dsp:nvSpPr>
        <dsp:cNvPr id="0" name=""/>
        <dsp:cNvSpPr/>
      </dsp:nvSpPr>
      <dsp:spPr>
        <a:xfrm>
          <a:off x="3183731" y="5851656"/>
          <a:ext cx="3183731" cy="52874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Personalized Outreach</a:t>
          </a:r>
          <a:r>
            <a:rPr lang="en-US" sz="900" kern="1200"/>
            <a:t>: Targeted LinkedIn ads and emails offering resources on future-proofing infrastructure with fiber solutions.</a:t>
          </a:r>
        </a:p>
      </dsp:txBody>
      <dsp:txXfrm>
        <a:off x="3183731" y="5851656"/>
        <a:ext cx="3183731" cy="528740"/>
      </dsp:txXfrm>
    </dsp:sp>
    <dsp:sp modelId="{D41A5609-4963-448B-960B-4EBB74369038}">
      <dsp:nvSpPr>
        <dsp:cNvPr id="0" name=""/>
        <dsp:cNvSpPr/>
      </dsp:nvSpPr>
      <dsp:spPr>
        <a:xfrm rot="10800000">
          <a:off x="0" y="3503358"/>
          <a:ext cx="6367462" cy="1767832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Pain Points</a:t>
          </a:r>
          <a:r>
            <a:rPr lang="en-US" sz="1800" kern="1200"/>
            <a:t>:</a:t>
          </a:r>
        </a:p>
      </dsp:txBody>
      <dsp:txXfrm rot="-10800000">
        <a:off x="0" y="3503358"/>
        <a:ext cx="6367462" cy="620509"/>
      </dsp:txXfrm>
    </dsp:sp>
    <dsp:sp modelId="{B9169085-C40E-4FD8-AAB9-1BDEF1A6E4DA}">
      <dsp:nvSpPr>
        <dsp:cNvPr id="0" name=""/>
        <dsp:cNvSpPr/>
      </dsp:nvSpPr>
      <dsp:spPr>
        <a:xfrm>
          <a:off x="0" y="4123868"/>
          <a:ext cx="3183731" cy="52858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Complex Installations</a:t>
          </a:r>
          <a:r>
            <a:rPr lang="en-US" sz="900" kern="1200"/>
            <a:t>: Concerns about time and disruption involved in setting up fiber infrastructure.</a:t>
          </a:r>
        </a:p>
      </dsp:txBody>
      <dsp:txXfrm>
        <a:off x="0" y="4123868"/>
        <a:ext cx="3183731" cy="528581"/>
      </dsp:txXfrm>
    </dsp:sp>
    <dsp:sp modelId="{9C90400F-6450-42C4-ABEC-398959209EA6}">
      <dsp:nvSpPr>
        <dsp:cNvPr id="0" name=""/>
        <dsp:cNvSpPr/>
      </dsp:nvSpPr>
      <dsp:spPr>
        <a:xfrm>
          <a:off x="3183731" y="4123868"/>
          <a:ext cx="3183731" cy="52858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Long-Term ROI</a:t>
          </a:r>
          <a:r>
            <a:rPr lang="en-US" sz="900" kern="1200"/>
            <a:t>: Seeking clear proof of how high-speed fiber impacts property value over time.</a:t>
          </a:r>
        </a:p>
      </dsp:txBody>
      <dsp:txXfrm>
        <a:off x="3183731" y="4123868"/>
        <a:ext cx="3183731" cy="528581"/>
      </dsp:txXfrm>
    </dsp:sp>
    <dsp:sp modelId="{CD4F4413-4E89-4ED5-8B6F-95FED29896EF}">
      <dsp:nvSpPr>
        <dsp:cNvPr id="0" name=""/>
        <dsp:cNvSpPr/>
      </dsp:nvSpPr>
      <dsp:spPr>
        <a:xfrm rot="10800000">
          <a:off x="0" y="1752768"/>
          <a:ext cx="6367462" cy="1767832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Key Drivers</a:t>
          </a:r>
          <a:r>
            <a:rPr lang="en-US" sz="1800" kern="1200"/>
            <a:t>:</a:t>
          </a:r>
        </a:p>
      </dsp:txBody>
      <dsp:txXfrm rot="-10800000">
        <a:off x="0" y="1752768"/>
        <a:ext cx="6367462" cy="620509"/>
      </dsp:txXfrm>
    </dsp:sp>
    <dsp:sp modelId="{5BD9555F-0A70-4F94-9FF2-500D93EC9BD5}">
      <dsp:nvSpPr>
        <dsp:cNvPr id="0" name=""/>
        <dsp:cNvSpPr/>
      </dsp:nvSpPr>
      <dsp:spPr>
        <a:xfrm>
          <a:off x="3109" y="2373277"/>
          <a:ext cx="2120414" cy="528581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Future-Proofing</a:t>
          </a:r>
          <a:r>
            <a:rPr lang="en-US" sz="900" kern="1200"/>
            <a:t>: Developers want solutions that add long-term value and are equipped to handle high-speed internet demands.</a:t>
          </a:r>
        </a:p>
      </dsp:txBody>
      <dsp:txXfrm>
        <a:off x="3109" y="2373277"/>
        <a:ext cx="2120414" cy="528581"/>
      </dsp:txXfrm>
    </dsp:sp>
    <dsp:sp modelId="{9C1F8D27-9879-494A-A536-5D147F74F9DF}">
      <dsp:nvSpPr>
        <dsp:cNvPr id="0" name=""/>
        <dsp:cNvSpPr/>
      </dsp:nvSpPr>
      <dsp:spPr>
        <a:xfrm>
          <a:off x="2123523" y="2373277"/>
          <a:ext cx="2120414" cy="5285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Cost-Efficiency</a:t>
          </a:r>
          <a:r>
            <a:rPr lang="en-US" sz="900" kern="1200" dirty="0"/>
            <a:t>: They look for service providers who offer reliable, scalable solutions that minimize installation hassle and align with project budgets.</a:t>
          </a:r>
        </a:p>
      </dsp:txBody>
      <dsp:txXfrm>
        <a:off x="2123523" y="2373277"/>
        <a:ext cx="2120414" cy="528581"/>
      </dsp:txXfrm>
    </dsp:sp>
    <dsp:sp modelId="{0AC11008-B815-4562-B1F8-3224D23EDCA9}">
      <dsp:nvSpPr>
        <dsp:cNvPr id="0" name=""/>
        <dsp:cNvSpPr/>
      </dsp:nvSpPr>
      <dsp:spPr>
        <a:xfrm>
          <a:off x="4243938" y="2373277"/>
          <a:ext cx="2120414" cy="52858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Competitive Edge</a:t>
          </a:r>
          <a:r>
            <a:rPr lang="en-US" sz="900" kern="1200"/>
            <a:t>: They seek amenities, like high-speed fiber, that enhance property value and attract tenants.</a:t>
          </a:r>
        </a:p>
      </dsp:txBody>
      <dsp:txXfrm>
        <a:off x="4243938" y="2373277"/>
        <a:ext cx="2120414" cy="528581"/>
      </dsp:txXfrm>
    </dsp:sp>
    <dsp:sp modelId="{4982EE1F-9B8C-42A8-AB77-4440CA9FC2A2}">
      <dsp:nvSpPr>
        <dsp:cNvPr id="0" name=""/>
        <dsp:cNvSpPr/>
      </dsp:nvSpPr>
      <dsp:spPr>
        <a:xfrm rot="10800000">
          <a:off x="0" y="2177"/>
          <a:ext cx="6367462" cy="1767832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Role and Influence</a:t>
          </a:r>
          <a:r>
            <a:rPr lang="en-US" sz="1800" kern="1200" dirty="0"/>
            <a:t>: Developers often initiate and fund projects, focusing on creating high-value, scalable, and future-proofed properties that appeal to potential tenants and buyers.</a:t>
          </a:r>
        </a:p>
      </dsp:txBody>
      <dsp:txXfrm rot="10800000">
        <a:off x="0" y="2177"/>
        <a:ext cx="6367462" cy="1148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1208B-AF38-4D63-871D-B9A5FEA73B15}">
      <dsp:nvSpPr>
        <dsp:cNvPr id="0" name=""/>
        <dsp:cNvSpPr/>
      </dsp:nvSpPr>
      <dsp:spPr>
        <a:xfrm>
          <a:off x="0" y="0"/>
          <a:ext cx="8698071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Awareness:</a:t>
          </a:r>
          <a:endParaRPr lang="en-US" sz="1800" kern="1200" dirty="0">
            <a:solidFill>
              <a:schemeClr val="bg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</a:rPr>
            <a:t>Channels: LinkedIn Ads, Google Search Ads, Industry Blogs, Real Estate Conferences.
Tactics: Publish thought leadership on the benefits of fiber for tenant retention and property value. LinkedIn Ads direct to gated content like “Maximizing Property Value with Fiber.”</a:t>
          </a:r>
        </a:p>
      </dsp:txBody>
      <dsp:txXfrm>
        <a:off x="38234" y="38234"/>
        <a:ext cx="7289441" cy="1228933"/>
      </dsp:txXfrm>
    </dsp:sp>
    <dsp:sp modelId="{5CF601D6-759B-4938-990E-9ED264D5C799}">
      <dsp:nvSpPr>
        <dsp:cNvPr id="0" name=""/>
        <dsp:cNvSpPr/>
      </dsp:nvSpPr>
      <dsp:spPr>
        <a:xfrm>
          <a:off x="767476" y="1522968"/>
          <a:ext cx="8698071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Consideration: 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Channels: Email, LinkedIn, Retargeting Ads.
Tactics: Offer whitepapers and ROI calculators tailored to new developments, emphasizing scalability.</a:t>
          </a:r>
        </a:p>
      </dsp:txBody>
      <dsp:txXfrm>
        <a:off x="805710" y="1561202"/>
        <a:ext cx="7005615" cy="1228933"/>
      </dsp:txXfrm>
    </dsp:sp>
    <dsp:sp modelId="{E5FBDA92-2004-4CAA-B437-F9C50E737109}">
      <dsp:nvSpPr>
        <dsp:cNvPr id="0" name=""/>
        <dsp:cNvSpPr/>
      </dsp:nvSpPr>
      <dsp:spPr>
        <a:xfrm>
          <a:off x="1534953" y="3045936"/>
          <a:ext cx="8698071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Decision: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Channels</a:t>
          </a:r>
          <a:r>
            <a:rPr lang="en-US" sz="1400" kern="1200" dirty="0"/>
            <a:t>: Email Drip Campaigns, LinkedIn, Dedicated Account Reps.
Tactics: Provide direct consultation offers and structured packages for new builds, focusing on long-term cost-effectiveness.</a:t>
          </a:r>
        </a:p>
      </dsp:txBody>
      <dsp:txXfrm>
        <a:off x="1573187" y="3084170"/>
        <a:ext cx="7005615" cy="1228933"/>
      </dsp:txXfrm>
    </dsp:sp>
    <dsp:sp modelId="{CB4A085E-EFFD-4B01-8E4B-9D38790FA503}">
      <dsp:nvSpPr>
        <dsp:cNvPr id="0" name=""/>
        <dsp:cNvSpPr/>
      </dsp:nvSpPr>
      <dsp:spPr>
        <a:xfrm>
          <a:off x="7849560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40475" y="989929"/>
        <a:ext cx="466680" cy="638504"/>
      </dsp:txXfrm>
    </dsp:sp>
    <dsp:sp modelId="{A6DAB3C0-D363-484A-B6B1-B4D92390D413}">
      <dsp:nvSpPr>
        <dsp:cNvPr id="0" name=""/>
        <dsp:cNvSpPr/>
      </dsp:nvSpPr>
      <dsp:spPr>
        <a:xfrm>
          <a:off x="8617037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807952" y="2504195"/>
        <a:ext cx="466680" cy="6385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529D5-2E83-44D5-9FF1-D1500F1DE554}">
      <dsp:nvSpPr>
        <dsp:cNvPr id="0" name=""/>
        <dsp:cNvSpPr/>
      </dsp:nvSpPr>
      <dsp:spPr>
        <a:xfrm>
          <a:off x="0" y="5253949"/>
          <a:ext cx="6367462" cy="114943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Messaging Approach</a:t>
          </a:r>
          <a:r>
            <a:rPr lang="en-US" sz="1600" kern="1200"/>
            <a:t>:</a:t>
          </a:r>
        </a:p>
      </dsp:txBody>
      <dsp:txXfrm>
        <a:off x="0" y="5253949"/>
        <a:ext cx="6367462" cy="620695"/>
      </dsp:txXfrm>
    </dsp:sp>
    <dsp:sp modelId="{AAB0C96F-3925-4564-9CEE-E3FE2476BEC6}">
      <dsp:nvSpPr>
        <dsp:cNvPr id="0" name=""/>
        <dsp:cNvSpPr/>
      </dsp:nvSpPr>
      <dsp:spPr>
        <a:xfrm>
          <a:off x="0" y="5851656"/>
          <a:ext cx="3183731" cy="5287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Tenant-Centric Content</a:t>
          </a:r>
          <a:r>
            <a:rPr lang="en-US" sz="1100" kern="1200"/>
            <a:t>: Guides like “How High-Speed Internet Reduces Tenant Turnover” and infographics on tenant satisfaction metrics.</a:t>
          </a:r>
        </a:p>
      </dsp:txBody>
      <dsp:txXfrm>
        <a:off x="0" y="5851656"/>
        <a:ext cx="3183731" cy="528740"/>
      </dsp:txXfrm>
    </dsp:sp>
    <dsp:sp modelId="{F0CDD403-5631-4A5B-B8BD-C901C1BD7292}">
      <dsp:nvSpPr>
        <dsp:cNvPr id="0" name=""/>
        <dsp:cNvSpPr/>
      </dsp:nvSpPr>
      <dsp:spPr>
        <a:xfrm>
          <a:off x="3183731" y="5851656"/>
          <a:ext cx="3183731" cy="528740"/>
        </a:xfrm>
        <a:prstGeom prst="rect">
          <a:avLst/>
        </a:prstGeom>
        <a:solidFill>
          <a:schemeClr val="accent2">
            <a:tint val="40000"/>
            <a:alpha val="90000"/>
            <a:hueOff val="-914040"/>
            <a:satOff val="-2817"/>
            <a:lumOff val="-89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914040"/>
              <a:satOff val="-2817"/>
              <a:lumOff val="-8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Direct Value Offers</a:t>
          </a:r>
          <a:r>
            <a:rPr lang="en-US" sz="1100" kern="1200"/>
            <a:t>: Provide a clear, hassle-free value proposition, such as managed WiFi options, 24/7 support, and quick installation benefits.</a:t>
          </a:r>
        </a:p>
      </dsp:txBody>
      <dsp:txXfrm>
        <a:off x="3183731" y="5851656"/>
        <a:ext cx="3183731" cy="528740"/>
      </dsp:txXfrm>
    </dsp:sp>
    <dsp:sp modelId="{EF9ACA5D-57F5-4949-AEFD-E01C57F17371}">
      <dsp:nvSpPr>
        <dsp:cNvPr id="0" name=""/>
        <dsp:cNvSpPr/>
      </dsp:nvSpPr>
      <dsp:spPr>
        <a:xfrm rot="10800000">
          <a:off x="0" y="3503358"/>
          <a:ext cx="6367462" cy="1767832"/>
        </a:xfrm>
        <a:prstGeom prst="upArrowCallout">
          <a:avLst/>
        </a:prstGeom>
        <a:solidFill>
          <a:schemeClr val="accent2">
            <a:hueOff val="-1704332"/>
            <a:satOff val="-2273"/>
            <a:lumOff val="-67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Pain Points</a:t>
          </a:r>
          <a:r>
            <a:rPr lang="en-US" sz="1600" kern="1200"/>
            <a:t>:</a:t>
          </a:r>
        </a:p>
      </dsp:txBody>
      <dsp:txXfrm rot="-10800000">
        <a:off x="0" y="3503358"/>
        <a:ext cx="6367462" cy="620509"/>
      </dsp:txXfrm>
    </dsp:sp>
    <dsp:sp modelId="{C59688BF-F152-42B3-9F0C-2D316B35CE21}">
      <dsp:nvSpPr>
        <dsp:cNvPr id="0" name=""/>
        <dsp:cNvSpPr/>
      </dsp:nvSpPr>
      <dsp:spPr>
        <a:xfrm>
          <a:off x="0" y="4123868"/>
          <a:ext cx="3183731" cy="528581"/>
        </a:xfrm>
        <a:prstGeom prst="rect">
          <a:avLst/>
        </a:prstGeom>
        <a:solidFill>
          <a:schemeClr val="accent2">
            <a:tint val="40000"/>
            <a:alpha val="90000"/>
            <a:hueOff val="-1828080"/>
            <a:satOff val="-5633"/>
            <a:lumOff val="-179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828080"/>
              <a:satOff val="-5633"/>
              <a:lumOff val="-17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Service Disruptions</a:t>
          </a:r>
          <a:r>
            <a:rPr lang="en-US" sz="1100" kern="1200"/>
            <a:t>: Managers often deal with the fallout of unreliable internet, which impacts tenant satisfaction.</a:t>
          </a:r>
        </a:p>
      </dsp:txBody>
      <dsp:txXfrm>
        <a:off x="0" y="4123868"/>
        <a:ext cx="3183731" cy="528581"/>
      </dsp:txXfrm>
    </dsp:sp>
    <dsp:sp modelId="{F0A5E1B4-543C-4BC3-BCFB-101D86529386}">
      <dsp:nvSpPr>
        <dsp:cNvPr id="0" name=""/>
        <dsp:cNvSpPr/>
      </dsp:nvSpPr>
      <dsp:spPr>
        <a:xfrm>
          <a:off x="3183731" y="4123868"/>
          <a:ext cx="3183731" cy="528581"/>
        </a:xfrm>
        <a:prstGeom prst="rect">
          <a:avLst/>
        </a:prstGeom>
        <a:solidFill>
          <a:schemeClr val="accent2">
            <a:tint val="40000"/>
            <a:alpha val="90000"/>
            <a:hueOff val="-2742120"/>
            <a:satOff val="-8450"/>
            <a:lumOff val="-26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742120"/>
              <a:satOff val="-8450"/>
              <a:lumOff val="-26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Management Complexity</a:t>
          </a:r>
          <a:r>
            <a:rPr lang="en-US" sz="1100" kern="1200"/>
            <a:t>: They want internet solutions that are easy to monitor and maintain without added complexity.</a:t>
          </a:r>
        </a:p>
      </dsp:txBody>
      <dsp:txXfrm>
        <a:off x="3183731" y="4123868"/>
        <a:ext cx="3183731" cy="528581"/>
      </dsp:txXfrm>
    </dsp:sp>
    <dsp:sp modelId="{6FDCCCF9-B16D-4AF5-B7C5-FAEAED285B2E}">
      <dsp:nvSpPr>
        <dsp:cNvPr id="0" name=""/>
        <dsp:cNvSpPr/>
      </dsp:nvSpPr>
      <dsp:spPr>
        <a:xfrm rot="10800000">
          <a:off x="0" y="1752768"/>
          <a:ext cx="6367462" cy="1767832"/>
        </a:xfrm>
        <a:prstGeom prst="upArrowCallout">
          <a:avLst/>
        </a:prstGeom>
        <a:solidFill>
          <a:schemeClr val="accent2">
            <a:hueOff val="-3408665"/>
            <a:satOff val="-4547"/>
            <a:lumOff val="-135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Drivers</a:t>
          </a:r>
          <a:r>
            <a:rPr lang="en-US" sz="1600" kern="1200"/>
            <a:t>:</a:t>
          </a:r>
        </a:p>
      </dsp:txBody>
      <dsp:txXfrm rot="-10800000">
        <a:off x="0" y="1752768"/>
        <a:ext cx="6367462" cy="620509"/>
      </dsp:txXfrm>
    </dsp:sp>
    <dsp:sp modelId="{ECAD2DDF-2B57-4D18-A448-A1B58481E16D}">
      <dsp:nvSpPr>
        <dsp:cNvPr id="0" name=""/>
        <dsp:cNvSpPr/>
      </dsp:nvSpPr>
      <dsp:spPr>
        <a:xfrm>
          <a:off x="0" y="2373277"/>
          <a:ext cx="3183731" cy="528581"/>
        </a:xfrm>
        <a:prstGeom prst="rect">
          <a:avLst/>
        </a:prstGeom>
        <a:solidFill>
          <a:schemeClr val="accent2">
            <a:tint val="40000"/>
            <a:alpha val="90000"/>
            <a:hueOff val="-3656159"/>
            <a:satOff val="-11266"/>
            <a:lumOff val="-358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656159"/>
              <a:satOff val="-11266"/>
              <a:lumOff val="-35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Tenant Satisfaction</a:t>
          </a:r>
          <a:r>
            <a:rPr lang="en-US" sz="1100" kern="1200"/>
            <a:t>: They prioritize solutions that ensure reliable, high-speed connectivity to enhance tenant experience.</a:t>
          </a:r>
        </a:p>
      </dsp:txBody>
      <dsp:txXfrm>
        <a:off x="0" y="2373277"/>
        <a:ext cx="3183731" cy="528581"/>
      </dsp:txXfrm>
    </dsp:sp>
    <dsp:sp modelId="{9AB5E894-B6D6-4911-851B-D6696BF2236D}">
      <dsp:nvSpPr>
        <dsp:cNvPr id="0" name=""/>
        <dsp:cNvSpPr/>
      </dsp:nvSpPr>
      <dsp:spPr>
        <a:xfrm>
          <a:off x="3183731" y="2373277"/>
          <a:ext cx="3183731" cy="528581"/>
        </a:xfrm>
        <a:prstGeom prst="rect">
          <a:avLst/>
        </a:prstGeom>
        <a:solidFill>
          <a:schemeClr val="accent2">
            <a:tint val="40000"/>
            <a:alpha val="90000"/>
            <a:hueOff val="-4570199"/>
            <a:satOff val="-14083"/>
            <a:lumOff val="-44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570199"/>
              <a:satOff val="-14083"/>
              <a:lumOff val="-44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Operational Efficiency</a:t>
          </a:r>
          <a:r>
            <a:rPr lang="en-US" sz="1100" kern="1200"/>
            <a:t>: They value managed solutions that minimize maintenance needs and streamline support.</a:t>
          </a:r>
        </a:p>
      </dsp:txBody>
      <dsp:txXfrm>
        <a:off x="3183731" y="2373277"/>
        <a:ext cx="3183731" cy="528581"/>
      </dsp:txXfrm>
    </dsp:sp>
    <dsp:sp modelId="{7EB874D9-8A87-4679-83DD-28BCA6406079}">
      <dsp:nvSpPr>
        <dsp:cNvPr id="0" name=""/>
        <dsp:cNvSpPr/>
      </dsp:nvSpPr>
      <dsp:spPr>
        <a:xfrm rot="10800000">
          <a:off x="0" y="2177"/>
          <a:ext cx="6367462" cy="1767832"/>
        </a:xfrm>
        <a:prstGeom prst="upArrowCallout">
          <a:avLst/>
        </a:prstGeom>
        <a:solidFill>
          <a:schemeClr val="accent2">
            <a:hueOff val="-5112997"/>
            <a:satOff val="-6820"/>
            <a:lumOff val="-20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Role and Influence</a:t>
          </a:r>
          <a:r>
            <a:rPr lang="en-US" sz="1600" kern="1200" dirty="0"/>
            <a:t>: Property managers focus on tenant satisfaction, property maintenance, and minimizing complaints. They play a crucial role in tenant retention and frequently handle operational decisions about services.</a:t>
          </a:r>
        </a:p>
      </dsp:txBody>
      <dsp:txXfrm rot="10800000">
        <a:off x="0" y="2177"/>
        <a:ext cx="6367462" cy="11486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EB2DF-8361-4FE3-837A-12C3863038EE}">
      <dsp:nvSpPr>
        <dsp:cNvPr id="0" name=""/>
        <dsp:cNvSpPr/>
      </dsp:nvSpPr>
      <dsp:spPr>
        <a:xfrm>
          <a:off x="0" y="0"/>
          <a:ext cx="8698071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>
              <a:solidFill>
                <a:schemeClr val="bg1"/>
              </a:solidFill>
            </a:rPr>
            <a:t>Awareness</a:t>
          </a:r>
          <a:r>
            <a:rPr lang="en-US" sz="1700" b="0" i="0" kern="1200" baseline="0" dirty="0">
              <a:solidFill>
                <a:schemeClr val="bg1"/>
              </a:solidFill>
            </a:rPr>
            <a:t>:</a:t>
          </a:r>
          <a:endParaRPr lang="en-US" sz="1700" kern="1200" dirty="0">
            <a:solidFill>
              <a:schemeClr val="bg1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i="0" kern="1200" baseline="0" dirty="0">
              <a:solidFill>
                <a:schemeClr val="bg1"/>
              </a:solidFill>
            </a:rPr>
            <a:t>Channels: LinkedIn Ads, Google Display Ads, Instagram, Networking Events.
Tactics: Educational content (blog posts, webinars) on tenant satisfaction and property management efficiency. Promote gated content like “Top Telecom Trends for MDU Satisfaction” on LinkedIn.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38234" y="38234"/>
        <a:ext cx="7289441" cy="1228933"/>
      </dsp:txXfrm>
    </dsp:sp>
    <dsp:sp modelId="{405E568B-490B-4987-BDD8-F03EDD0EA310}">
      <dsp:nvSpPr>
        <dsp:cNvPr id="0" name=""/>
        <dsp:cNvSpPr/>
      </dsp:nvSpPr>
      <dsp:spPr>
        <a:xfrm>
          <a:off x="767476" y="1522968"/>
          <a:ext cx="8698071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Consideration</a:t>
          </a:r>
          <a:r>
            <a:rPr lang="en-US" sz="1700" b="0" i="0" kern="1200" baseline="0" dirty="0"/>
            <a:t>: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Channels</a:t>
          </a:r>
          <a:r>
            <a:rPr lang="en-US" sz="1300" b="0" i="0" kern="1200" baseline="0" dirty="0"/>
            <a:t>: Email marketing, Retargeting Ads, LinkedIn InMail.
Tactics: Send case studies, comparison guides, and testimonials. Use LinkedIn InMail to connect personally and highlight Celerity’s customer service.</a:t>
          </a:r>
          <a:endParaRPr lang="en-US" sz="1300" kern="1200" dirty="0"/>
        </a:p>
      </dsp:txBody>
      <dsp:txXfrm>
        <a:off x="805710" y="1561202"/>
        <a:ext cx="7005615" cy="1228933"/>
      </dsp:txXfrm>
    </dsp:sp>
    <dsp:sp modelId="{361C24AB-75DD-43E6-97CF-28A7F0B1753B}">
      <dsp:nvSpPr>
        <dsp:cNvPr id="0" name=""/>
        <dsp:cNvSpPr/>
      </dsp:nvSpPr>
      <dsp:spPr>
        <a:xfrm>
          <a:off x="1534953" y="3045936"/>
          <a:ext cx="8698071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Decision</a:t>
          </a:r>
          <a:r>
            <a:rPr lang="en-US" sz="1700" b="0" i="0" kern="1200" baseline="0" dirty="0"/>
            <a:t>: 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i="0" kern="1200" baseline="0" dirty="0"/>
            <a:t>Channels: Email follow-ups, LinkedIn, Sales Calls.
Tactics: Schedule calls or demos through email offers and retargeting. Emphasize managed </a:t>
          </a:r>
          <a:r>
            <a:rPr lang="en-US" sz="1300" b="1" i="0" kern="1200" baseline="0" dirty="0" err="1"/>
            <a:t>WiFi</a:t>
          </a:r>
          <a:r>
            <a:rPr lang="en-US" sz="1300" b="1" i="0" kern="1200" baseline="0" dirty="0"/>
            <a:t> services and high satisfaction rates to drive conversion.</a:t>
          </a:r>
        </a:p>
      </dsp:txBody>
      <dsp:txXfrm>
        <a:off x="1573187" y="3084170"/>
        <a:ext cx="7005615" cy="1228933"/>
      </dsp:txXfrm>
    </dsp:sp>
    <dsp:sp modelId="{90F5CCD6-1A47-4AE4-8373-5293A9633E8B}">
      <dsp:nvSpPr>
        <dsp:cNvPr id="0" name=""/>
        <dsp:cNvSpPr/>
      </dsp:nvSpPr>
      <dsp:spPr>
        <a:xfrm>
          <a:off x="7849560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40475" y="989929"/>
        <a:ext cx="466680" cy="638504"/>
      </dsp:txXfrm>
    </dsp:sp>
    <dsp:sp modelId="{6AD8BE30-BCE8-4EB8-8F89-D60F7CBC7DAF}">
      <dsp:nvSpPr>
        <dsp:cNvPr id="0" name=""/>
        <dsp:cNvSpPr/>
      </dsp:nvSpPr>
      <dsp:spPr>
        <a:xfrm>
          <a:off x="8617037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807952" y="2504195"/>
        <a:ext cx="466680" cy="6385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529D5-2E83-44D5-9FF1-D1500F1DE554}">
      <dsp:nvSpPr>
        <dsp:cNvPr id="0" name=""/>
        <dsp:cNvSpPr/>
      </dsp:nvSpPr>
      <dsp:spPr>
        <a:xfrm>
          <a:off x="0" y="5253990"/>
          <a:ext cx="6367912" cy="11494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Messaging Approach</a:t>
          </a:r>
          <a:r>
            <a:rPr lang="en-US" sz="1600" kern="1200" dirty="0"/>
            <a:t>:</a:t>
          </a:r>
        </a:p>
      </dsp:txBody>
      <dsp:txXfrm>
        <a:off x="0" y="5253990"/>
        <a:ext cx="6367912" cy="620700"/>
      </dsp:txXfrm>
    </dsp:sp>
    <dsp:sp modelId="{AAB0C96F-3925-4564-9CEE-E3FE2476BEC6}">
      <dsp:nvSpPr>
        <dsp:cNvPr id="0" name=""/>
        <dsp:cNvSpPr/>
      </dsp:nvSpPr>
      <dsp:spPr>
        <a:xfrm>
          <a:off x="0" y="5851701"/>
          <a:ext cx="3183956" cy="52874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Case Studies &amp; Whitepapers</a:t>
          </a:r>
          <a:r>
            <a:rPr lang="en-US" sz="800" kern="1200" dirty="0"/>
            <a:t>: Showcase large-scale projects and testimonials from corporate clients.</a:t>
          </a:r>
        </a:p>
      </dsp:txBody>
      <dsp:txXfrm>
        <a:off x="0" y="5851701"/>
        <a:ext cx="3183956" cy="528744"/>
      </dsp:txXfrm>
    </dsp:sp>
    <dsp:sp modelId="{002909A9-1291-4EEE-9D61-0060C2BAA3D2}">
      <dsp:nvSpPr>
        <dsp:cNvPr id="0" name=""/>
        <dsp:cNvSpPr/>
      </dsp:nvSpPr>
      <dsp:spPr>
        <a:xfrm>
          <a:off x="3183956" y="5851701"/>
          <a:ext cx="3183956" cy="528744"/>
        </a:xfrm>
        <a:prstGeom prst="rect">
          <a:avLst/>
        </a:prstGeom>
        <a:solidFill>
          <a:schemeClr val="accent2">
            <a:tint val="40000"/>
            <a:alpha val="90000"/>
            <a:hueOff val="-761700"/>
            <a:satOff val="-2347"/>
            <a:lumOff val="-74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61700"/>
              <a:satOff val="-2347"/>
              <a:lumOff val="-7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/>
            <a:t>Executive Briefings &amp; Consultations</a:t>
          </a:r>
          <a:r>
            <a:rPr lang="en-US" sz="800" kern="1200"/>
            <a:t>: Personalized outreach with dedicated resources like whitepapers on portfolio-level ROI and exclusive consultation offers to audit their current setup.</a:t>
          </a:r>
          <a:endParaRPr lang="en-US" sz="800" kern="1200" dirty="0"/>
        </a:p>
      </dsp:txBody>
      <dsp:txXfrm>
        <a:off x="3183956" y="5851701"/>
        <a:ext cx="3183956" cy="528744"/>
      </dsp:txXfrm>
    </dsp:sp>
    <dsp:sp modelId="{EF9ACA5D-57F5-4949-AEFD-E01C57F17371}">
      <dsp:nvSpPr>
        <dsp:cNvPr id="0" name=""/>
        <dsp:cNvSpPr/>
      </dsp:nvSpPr>
      <dsp:spPr>
        <a:xfrm rot="10800000">
          <a:off x="0" y="3503386"/>
          <a:ext cx="6367912" cy="1767845"/>
        </a:xfrm>
        <a:prstGeom prst="upArrowCallout">
          <a:avLst/>
        </a:prstGeom>
        <a:solidFill>
          <a:schemeClr val="accent2">
            <a:hueOff val="-1704332"/>
            <a:satOff val="-2273"/>
            <a:lumOff val="-67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Pain Points</a:t>
          </a:r>
          <a:r>
            <a:rPr lang="en-US" sz="1600" kern="1200" dirty="0"/>
            <a:t>:</a:t>
          </a:r>
        </a:p>
      </dsp:txBody>
      <dsp:txXfrm rot="-10800000">
        <a:off x="0" y="3503386"/>
        <a:ext cx="6367912" cy="620513"/>
      </dsp:txXfrm>
    </dsp:sp>
    <dsp:sp modelId="{C59688BF-F152-42B3-9F0C-2D316B35CE21}">
      <dsp:nvSpPr>
        <dsp:cNvPr id="0" name=""/>
        <dsp:cNvSpPr/>
      </dsp:nvSpPr>
      <dsp:spPr>
        <a:xfrm>
          <a:off x="0" y="4123900"/>
          <a:ext cx="3183956" cy="528585"/>
        </a:xfrm>
        <a:prstGeom prst="rect">
          <a:avLst/>
        </a:prstGeom>
        <a:solidFill>
          <a:schemeClr val="accent2">
            <a:tint val="40000"/>
            <a:alpha val="90000"/>
            <a:hueOff val="-1523400"/>
            <a:satOff val="-4694"/>
            <a:lumOff val="-149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523400"/>
              <a:satOff val="-4694"/>
              <a:lumOff val="-14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Risk Mitigation</a:t>
          </a:r>
          <a:r>
            <a:rPr lang="en-US" sz="800" kern="1200" dirty="0"/>
            <a:t>: They are cautious of switching to new service providers due to potential disruptions.</a:t>
          </a:r>
        </a:p>
      </dsp:txBody>
      <dsp:txXfrm>
        <a:off x="0" y="4123900"/>
        <a:ext cx="3183956" cy="528585"/>
      </dsp:txXfrm>
    </dsp:sp>
    <dsp:sp modelId="{B1F8F018-C8D2-41FD-9EF2-BDDF02872303}">
      <dsp:nvSpPr>
        <dsp:cNvPr id="0" name=""/>
        <dsp:cNvSpPr/>
      </dsp:nvSpPr>
      <dsp:spPr>
        <a:xfrm>
          <a:off x="3183956" y="4123900"/>
          <a:ext cx="3183956" cy="528585"/>
        </a:xfrm>
        <a:prstGeom prst="rect">
          <a:avLst/>
        </a:prstGeom>
        <a:solidFill>
          <a:schemeClr val="accent2">
            <a:tint val="40000"/>
            <a:alpha val="90000"/>
            <a:hueOff val="-2285099"/>
            <a:satOff val="-7042"/>
            <a:lumOff val="-224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285099"/>
              <a:satOff val="-7042"/>
              <a:lumOff val="-22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/>
            <a:t>Value Justification</a:t>
          </a:r>
          <a:r>
            <a:rPr lang="en-US" sz="800" kern="1200"/>
            <a:t>: They require clear, data-backed proof of the impact of fiber on tenant retention and ROI.</a:t>
          </a:r>
          <a:endParaRPr lang="en-US" sz="800" kern="1200" dirty="0"/>
        </a:p>
      </dsp:txBody>
      <dsp:txXfrm>
        <a:off x="3183956" y="4123900"/>
        <a:ext cx="3183956" cy="528585"/>
      </dsp:txXfrm>
    </dsp:sp>
    <dsp:sp modelId="{6FDCCCF9-B16D-4AF5-B7C5-FAEAED285B2E}">
      <dsp:nvSpPr>
        <dsp:cNvPr id="0" name=""/>
        <dsp:cNvSpPr/>
      </dsp:nvSpPr>
      <dsp:spPr>
        <a:xfrm rot="10800000">
          <a:off x="0" y="1752781"/>
          <a:ext cx="6367912" cy="1767845"/>
        </a:xfrm>
        <a:prstGeom prst="upArrowCallout">
          <a:avLst/>
        </a:prstGeom>
        <a:solidFill>
          <a:schemeClr val="accent2">
            <a:hueOff val="-3408665"/>
            <a:satOff val="-4547"/>
            <a:lumOff val="-135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Drivers</a:t>
          </a:r>
          <a:r>
            <a:rPr lang="en-US" sz="1600" kern="1200"/>
            <a:t>:</a:t>
          </a:r>
        </a:p>
      </dsp:txBody>
      <dsp:txXfrm rot="-10800000">
        <a:off x="0" y="1752781"/>
        <a:ext cx="6367912" cy="620513"/>
      </dsp:txXfrm>
    </dsp:sp>
    <dsp:sp modelId="{ECAD2DDF-2B57-4D18-A448-A1B58481E16D}">
      <dsp:nvSpPr>
        <dsp:cNvPr id="0" name=""/>
        <dsp:cNvSpPr/>
      </dsp:nvSpPr>
      <dsp:spPr>
        <a:xfrm>
          <a:off x="3109" y="2373295"/>
          <a:ext cx="2120564" cy="528585"/>
        </a:xfrm>
        <a:prstGeom prst="rect">
          <a:avLst/>
        </a:prstGeom>
        <a:solidFill>
          <a:schemeClr val="accent2">
            <a:tint val="40000"/>
            <a:alpha val="90000"/>
            <a:hueOff val="-3046799"/>
            <a:satOff val="-9389"/>
            <a:lumOff val="-299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046799"/>
              <a:satOff val="-9389"/>
              <a:lumOff val="-29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Portfolio-Wide Solutions</a:t>
          </a:r>
          <a:r>
            <a:rPr lang="en-US" sz="800" kern="1200" dirty="0"/>
            <a:t>: They seek comprehensive, scalable solutions that can be implemented across multiple properties to ensure consistency and efficiency.</a:t>
          </a:r>
        </a:p>
      </dsp:txBody>
      <dsp:txXfrm>
        <a:off x="3109" y="2373295"/>
        <a:ext cx="2120564" cy="528585"/>
      </dsp:txXfrm>
    </dsp:sp>
    <dsp:sp modelId="{C23D2F98-481B-4415-B395-C861C52BEDBC}">
      <dsp:nvSpPr>
        <dsp:cNvPr id="0" name=""/>
        <dsp:cNvSpPr/>
      </dsp:nvSpPr>
      <dsp:spPr>
        <a:xfrm>
          <a:off x="2123674" y="2373295"/>
          <a:ext cx="2120564" cy="528585"/>
        </a:xfrm>
        <a:prstGeom prst="rect">
          <a:avLst/>
        </a:prstGeom>
        <a:solidFill>
          <a:schemeClr val="accent2">
            <a:tint val="40000"/>
            <a:alpha val="90000"/>
            <a:hueOff val="-3808499"/>
            <a:satOff val="-11736"/>
            <a:lumOff val="-37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808499"/>
              <a:satOff val="-11736"/>
              <a:lumOff val="-37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/>
            <a:t>Vendor Reliability</a:t>
          </a:r>
          <a:r>
            <a:rPr lang="en-US" sz="800" kern="1200"/>
            <a:t>: Decision-makers prioritize reputable providers with proven track records and strong SLAs (Service Level Agreements).</a:t>
          </a:r>
          <a:endParaRPr lang="en-US" sz="800" kern="1200" dirty="0"/>
        </a:p>
      </dsp:txBody>
      <dsp:txXfrm>
        <a:off x="2123674" y="2373295"/>
        <a:ext cx="2120564" cy="528585"/>
      </dsp:txXfrm>
    </dsp:sp>
    <dsp:sp modelId="{D6806D8A-C73C-4DB1-80FE-0E0BD70CD340}">
      <dsp:nvSpPr>
        <dsp:cNvPr id="0" name=""/>
        <dsp:cNvSpPr/>
      </dsp:nvSpPr>
      <dsp:spPr>
        <a:xfrm>
          <a:off x="4244238" y="2373295"/>
          <a:ext cx="2120564" cy="528585"/>
        </a:xfrm>
        <a:prstGeom prst="rect">
          <a:avLst/>
        </a:prstGeom>
        <a:solidFill>
          <a:schemeClr val="accent2">
            <a:tint val="40000"/>
            <a:alpha val="90000"/>
            <a:hueOff val="-4570199"/>
            <a:satOff val="-14083"/>
            <a:lumOff val="-44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570199"/>
              <a:satOff val="-14083"/>
              <a:lumOff val="-44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/>
            <a:t>Tenant Retention as a Metric</a:t>
          </a:r>
          <a:r>
            <a:rPr lang="en-US" sz="800" kern="1200"/>
            <a:t>: As profitability is tied to occupancy rates, they look for amenities that will attract and retain residents.</a:t>
          </a:r>
          <a:endParaRPr lang="en-US" sz="800" kern="1200" dirty="0"/>
        </a:p>
      </dsp:txBody>
      <dsp:txXfrm>
        <a:off x="4244238" y="2373295"/>
        <a:ext cx="2120564" cy="528585"/>
      </dsp:txXfrm>
    </dsp:sp>
    <dsp:sp modelId="{7EB874D9-8A87-4679-83DD-28BCA6406079}">
      <dsp:nvSpPr>
        <dsp:cNvPr id="0" name=""/>
        <dsp:cNvSpPr/>
      </dsp:nvSpPr>
      <dsp:spPr>
        <a:xfrm rot="10800000">
          <a:off x="0" y="2177"/>
          <a:ext cx="6367912" cy="1767845"/>
        </a:xfrm>
        <a:prstGeom prst="upArrowCallout">
          <a:avLst/>
        </a:prstGeom>
        <a:solidFill>
          <a:schemeClr val="accent2">
            <a:hueOff val="-5112997"/>
            <a:satOff val="-6820"/>
            <a:lumOff val="-20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Role and Influence</a:t>
          </a:r>
          <a:r>
            <a:rPr lang="en-US" sz="1600" kern="1200" dirty="0"/>
            <a:t>: These are the executive-level decision-makers in property management firms who oversee large portfolios of MDUs. They focus on scalable solutions and drive strategic partnerships that align with long-term business goals.</a:t>
          </a:r>
        </a:p>
      </dsp:txBody>
      <dsp:txXfrm rot="10800000">
        <a:off x="0" y="2177"/>
        <a:ext cx="6367912" cy="11486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B61044-150E-4F4C-AAB6-DFFA6D44A72F}">
      <dsp:nvSpPr>
        <dsp:cNvPr id="0" name=""/>
        <dsp:cNvSpPr/>
      </dsp:nvSpPr>
      <dsp:spPr>
        <a:xfrm>
          <a:off x="0" y="0"/>
          <a:ext cx="8698071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>
              <a:solidFill>
                <a:schemeClr val="bg1"/>
              </a:solidFill>
            </a:rPr>
            <a:t>Awareness:</a:t>
          </a:r>
          <a:endParaRPr lang="en-US" sz="1900" b="0" kern="1200" dirty="0">
            <a:solidFill>
              <a:schemeClr val="bg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 dirty="0">
              <a:solidFill>
                <a:schemeClr val="bg1"/>
              </a:solidFill>
            </a:rPr>
            <a:t>Channels: LinkedIn, Industry Publications, Direct Email Outreach.
Tactics: Distribute articles on portfolio-wide connectivity benefits and gated whitepapers on ROI in large MDUs.</a:t>
          </a:r>
          <a:endParaRPr lang="en-US" sz="1500" b="0" kern="1200" dirty="0">
            <a:solidFill>
              <a:schemeClr val="bg1"/>
            </a:solidFill>
          </a:endParaRPr>
        </a:p>
      </dsp:txBody>
      <dsp:txXfrm>
        <a:off x="38234" y="38234"/>
        <a:ext cx="7289441" cy="1228933"/>
      </dsp:txXfrm>
    </dsp:sp>
    <dsp:sp modelId="{A191C251-ABC7-474E-9E16-22DA65F66767}">
      <dsp:nvSpPr>
        <dsp:cNvPr id="0" name=""/>
        <dsp:cNvSpPr/>
      </dsp:nvSpPr>
      <dsp:spPr>
        <a:xfrm>
          <a:off x="767476" y="1522968"/>
          <a:ext cx="8698071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Consideration</a:t>
          </a:r>
          <a:r>
            <a:rPr lang="en-US" sz="1900" b="0" i="0" kern="1200" baseline="0" dirty="0"/>
            <a:t>: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Channels</a:t>
          </a:r>
          <a:r>
            <a:rPr lang="en-US" sz="1500" b="0" i="0" kern="1200" baseline="0" dirty="0"/>
            <a:t>: LinkedIn InMail, Targeted Webinars, Email Nurturing.
</a:t>
          </a:r>
          <a:r>
            <a:rPr lang="en-US" sz="1500" b="0" i="0" kern="1200" baseline="0"/>
            <a:t>Tactics: Share case studies from high-value clients, emphasizing Celerity’s impact on operational efficiency across large portfolios.</a:t>
          </a:r>
          <a:endParaRPr lang="en-US" sz="1500" kern="1200" dirty="0"/>
        </a:p>
      </dsp:txBody>
      <dsp:txXfrm>
        <a:off x="805710" y="1561202"/>
        <a:ext cx="7005615" cy="1228933"/>
      </dsp:txXfrm>
    </dsp:sp>
    <dsp:sp modelId="{55040BD7-50C0-4277-BD2D-8982961BBF7E}">
      <dsp:nvSpPr>
        <dsp:cNvPr id="0" name=""/>
        <dsp:cNvSpPr/>
      </dsp:nvSpPr>
      <dsp:spPr>
        <a:xfrm>
          <a:off x="1534953" y="3045936"/>
          <a:ext cx="8698071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Decision</a:t>
          </a:r>
          <a:r>
            <a:rPr lang="en-US" sz="1900" b="0" i="0" kern="1200" baseline="0" dirty="0"/>
            <a:t>: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 dirty="0"/>
            <a:t>Channels: LinkedIn, Direct Sales Outreach, BDA Follow-ups.
Tactics: Offer personalized proposals and executive briefings on portfolio-level improvements through fiber solutions.</a:t>
          </a:r>
          <a:endParaRPr lang="en-US" sz="1500" kern="1200" dirty="0"/>
        </a:p>
      </dsp:txBody>
      <dsp:txXfrm>
        <a:off x="1573187" y="3084170"/>
        <a:ext cx="7005615" cy="1228933"/>
      </dsp:txXfrm>
    </dsp:sp>
    <dsp:sp modelId="{9F8B4D8E-5BFA-4609-9B5B-515D171FE02A}">
      <dsp:nvSpPr>
        <dsp:cNvPr id="0" name=""/>
        <dsp:cNvSpPr/>
      </dsp:nvSpPr>
      <dsp:spPr>
        <a:xfrm>
          <a:off x="7849560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40475" y="989929"/>
        <a:ext cx="466680" cy="638504"/>
      </dsp:txXfrm>
    </dsp:sp>
    <dsp:sp modelId="{8184DE79-D30A-4E11-9D84-0B772E857FAE}">
      <dsp:nvSpPr>
        <dsp:cNvPr id="0" name=""/>
        <dsp:cNvSpPr/>
      </dsp:nvSpPr>
      <dsp:spPr>
        <a:xfrm>
          <a:off x="8617037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807952" y="2504195"/>
        <a:ext cx="466680" cy="6385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529D5-2E83-44D5-9FF1-D1500F1DE554}">
      <dsp:nvSpPr>
        <dsp:cNvPr id="0" name=""/>
        <dsp:cNvSpPr/>
      </dsp:nvSpPr>
      <dsp:spPr>
        <a:xfrm>
          <a:off x="0" y="5253990"/>
          <a:ext cx="6367912" cy="11494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Messaging Approach</a:t>
          </a:r>
          <a:r>
            <a:rPr lang="en-US" sz="1600" kern="1200" dirty="0"/>
            <a:t>:</a:t>
          </a:r>
        </a:p>
      </dsp:txBody>
      <dsp:txXfrm>
        <a:off x="0" y="5253990"/>
        <a:ext cx="6367912" cy="620700"/>
      </dsp:txXfrm>
    </dsp:sp>
    <dsp:sp modelId="{AAB0C96F-3925-4564-9CEE-E3FE2476BEC6}">
      <dsp:nvSpPr>
        <dsp:cNvPr id="0" name=""/>
        <dsp:cNvSpPr/>
      </dsp:nvSpPr>
      <dsp:spPr>
        <a:xfrm>
          <a:off x="0" y="5851701"/>
          <a:ext cx="3183956" cy="52874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Cost-Benefit Content</a:t>
          </a:r>
          <a:r>
            <a:rPr lang="en-US" sz="1000" kern="1200"/>
            <a:t>: Use cost-saving case studies and guides like “Why Fiber is the Best Investment for MDUs” to address budget concerns.</a:t>
          </a:r>
          <a:endParaRPr lang="en-US" sz="1000" kern="1200" dirty="0"/>
        </a:p>
      </dsp:txBody>
      <dsp:txXfrm>
        <a:off x="0" y="5851701"/>
        <a:ext cx="3183956" cy="528744"/>
      </dsp:txXfrm>
    </dsp:sp>
    <dsp:sp modelId="{F3D36B3F-0CDC-410E-B58C-3D313EE5EBC8}">
      <dsp:nvSpPr>
        <dsp:cNvPr id="0" name=""/>
        <dsp:cNvSpPr/>
      </dsp:nvSpPr>
      <dsp:spPr>
        <a:xfrm>
          <a:off x="3183956" y="5851701"/>
          <a:ext cx="3183956" cy="528744"/>
        </a:xfrm>
        <a:prstGeom prst="rect">
          <a:avLst/>
        </a:prstGeom>
        <a:solidFill>
          <a:schemeClr val="accent2">
            <a:tint val="40000"/>
            <a:alpha val="90000"/>
            <a:hueOff val="-914040"/>
            <a:satOff val="-2817"/>
            <a:lumOff val="-89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914040"/>
              <a:satOff val="-2817"/>
              <a:lumOff val="-8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Practicality-Focused Outreach</a:t>
          </a:r>
          <a:r>
            <a:rPr lang="en-US" sz="1000" kern="1200"/>
            <a:t>: Emphasize managed WiFi solutions that minimize hassle and highlight testimonials from similar community setups.</a:t>
          </a:r>
          <a:endParaRPr lang="en-US" sz="1000" kern="1200" dirty="0"/>
        </a:p>
      </dsp:txBody>
      <dsp:txXfrm>
        <a:off x="3183956" y="5851701"/>
        <a:ext cx="3183956" cy="528744"/>
      </dsp:txXfrm>
    </dsp:sp>
    <dsp:sp modelId="{EF9ACA5D-57F5-4949-AEFD-E01C57F17371}">
      <dsp:nvSpPr>
        <dsp:cNvPr id="0" name=""/>
        <dsp:cNvSpPr/>
      </dsp:nvSpPr>
      <dsp:spPr>
        <a:xfrm rot="10800000">
          <a:off x="0" y="3503386"/>
          <a:ext cx="6367912" cy="1767845"/>
        </a:xfrm>
        <a:prstGeom prst="upArrowCallout">
          <a:avLst/>
        </a:prstGeom>
        <a:solidFill>
          <a:schemeClr val="accent2">
            <a:hueOff val="-1704332"/>
            <a:satOff val="-2273"/>
            <a:lumOff val="-67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Pain Points</a:t>
          </a:r>
          <a:r>
            <a:rPr lang="en-US" sz="1600" kern="1200" dirty="0"/>
            <a:t>:</a:t>
          </a:r>
        </a:p>
      </dsp:txBody>
      <dsp:txXfrm rot="-10800000">
        <a:off x="0" y="3503386"/>
        <a:ext cx="6367912" cy="620513"/>
      </dsp:txXfrm>
    </dsp:sp>
    <dsp:sp modelId="{C59688BF-F152-42B3-9F0C-2D316B35CE21}">
      <dsp:nvSpPr>
        <dsp:cNvPr id="0" name=""/>
        <dsp:cNvSpPr/>
      </dsp:nvSpPr>
      <dsp:spPr>
        <a:xfrm>
          <a:off x="0" y="4123900"/>
          <a:ext cx="3183956" cy="528585"/>
        </a:xfrm>
        <a:prstGeom prst="rect">
          <a:avLst/>
        </a:prstGeom>
        <a:solidFill>
          <a:schemeClr val="accent2">
            <a:tint val="40000"/>
            <a:alpha val="90000"/>
            <a:hueOff val="-1828080"/>
            <a:satOff val="-5633"/>
            <a:lumOff val="-179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828080"/>
              <a:satOff val="-5633"/>
              <a:lumOff val="-17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Service Reliability</a:t>
          </a:r>
          <a:r>
            <a:rPr lang="en-US" sz="1000" kern="1200" dirty="0"/>
            <a:t>: Concerns about outages or inadequate speeds affecting resident satisfaction.</a:t>
          </a:r>
        </a:p>
      </dsp:txBody>
      <dsp:txXfrm>
        <a:off x="0" y="4123900"/>
        <a:ext cx="3183956" cy="528585"/>
      </dsp:txXfrm>
    </dsp:sp>
    <dsp:sp modelId="{E0B3C9DD-417A-4065-9E84-6A4F5B884288}">
      <dsp:nvSpPr>
        <dsp:cNvPr id="0" name=""/>
        <dsp:cNvSpPr/>
      </dsp:nvSpPr>
      <dsp:spPr>
        <a:xfrm>
          <a:off x="3183956" y="4123900"/>
          <a:ext cx="3183956" cy="528585"/>
        </a:xfrm>
        <a:prstGeom prst="rect">
          <a:avLst/>
        </a:prstGeom>
        <a:solidFill>
          <a:schemeClr val="accent2">
            <a:tint val="40000"/>
            <a:alpha val="90000"/>
            <a:hueOff val="-2742120"/>
            <a:satOff val="-8450"/>
            <a:lumOff val="-26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742120"/>
              <a:satOff val="-8450"/>
              <a:lumOff val="-26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Budget Constraints</a:t>
          </a:r>
          <a:r>
            <a:rPr lang="en-US" sz="1000" kern="1200"/>
            <a:t>: They often operate under tight budgets and need cost-effective solutions.</a:t>
          </a:r>
          <a:endParaRPr lang="en-US" sz="1000" kern="1200" dirty="0"/>
        </a:p>
      </dsp:txBody>
      <dsp:txXfrm>
        <a:off x="3183956" y="4123900"/>
        <a:ext cx="3183956" cy="528585"/>
      </dsp:txXfrm>
    </dsp:sp>
    <dsp:sp modelId="{6FDCCCF9-B16D-4AF5-B7C5-FAEAED285B2E}">
      <dsp:nvSpPr>
        <dsp:cNvPr id="0" name=""/>
        <dsp:cNvSpPr/>
      </dsp:nvSpPr>
      <dsp:spPr>
        <a:xfrm rot="10800000">
          <a:off x="0" y="1752781"/>
          <a:ext cx="6367912" cy="1767845"/>
        </a:xfrm>
        <a:prstGeom prst="upArrowCallout">
          <a:avLst/>
        </a:prstGeom>
        <a:solidFill>
          <a:schemeClr val="accent2">
            <a:hueOff val="-3408665"/>
            <a:satOff val="-4547"/>
            <a:lumOff val="-135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Drivers</a:t>
          </a:r>
          <a:r>
            <a:rPr lang="en-US" sz="1600" kern="1200"/>
            <a:t>:</a:t>
          </a:r>
        </a:p>
      </dsp:txBody>
      <dsp:txXfrm rot="-10800000">
        <a:off x="0" y="1752781"/>
        <a:ext cx="6367912" cy="620513"/>
      </dsp:txXfrm>
    </dsp:sp>
    <dsp:sp modelId="{ECAD2DDF-2B57-4D18-A448-A1B58481E16D}">
      <dsp:nvSpPr>
        <dsp:cNvPr id="0" name=""/>
        <dsp:cNvSpPr/>
      </dsp:nvSpPr>
      <dsp:spPr>
        <a:xfrm>
          <a:off x="0" y="2373295"/>
          <a:ext cx="3183956" cy="528585"/>
        </a:xfrm>
        <a:prstGeom prst="rect">
          <a:avLst/>
        </a:prstGeom>
        <a:solidFill>
          <a:schemeClr val="accent2">
            <a:tint val="40000"/>
            <a:alpha val="90000"/>
            <a:hueOff val="-3656159"/>
            <a:satOff val="-11266"/>
            <a:lumOff val="-358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656159"/>
              <a:satOff val="-11266"/>
              <a:lumOff val="-35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Community Satisfaction</a:t>
          </a:r>
          <a:r>
            <a:rPr lang="en-US" sz="1000" kern="1200"/>
            <a:t>: They want services that improve the overall resident experience and increase occupancy rates.</a:t>
          </a:r>
          <a:endParaRPr lang="en-US" sz="1000" kern="1200" dirty="0"/>
        </a:p>
      </dsp:txBody>
      <dsp:txXfrm>
        <a:off x="0" y="2373295"/>
        <a:ext cx="3183956" cy="528585"/>
      </dsp:txXfrm>
    </dsp:sp>
    <dsp:sp modelId="{82A98207-B8D6-4F7A-A2B6-3F906450267A}">
      <dsp:nvSpPr>
        <dsp:cNvPr id="0" name=""/>
        <dsp:cNvSpPr/>
      </dsp:nvSpPr>
      <dsp:spPr>
        <a:xfrm>
          <a:off x="3183956" y="2373295"/>
          <a:ext cx="3183956" cy="528585"/>
        </a:xfrm>
        <a:prstGeom prst="rect">
          <a:avLst/>
        </a:prstGeom>
        <a:solidFill>
          <a:schemeClr val="accent2">
            <a:tint val="40000"/>
            <a:alpha val="90000"/>
            <a:hueOff val="-4570199"/>
            <a:satOff val="-14083"/>
            <a:lumOff val="-44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570199"/>
              <a:satOff val="-14083"/>
              <a:lumOff val="-44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Ease of Use and Support</a:t>
          </a:r>
          <a:r>
            <a:rPr lang="en-US" sz="1000" kern="1200"/>
            <a:t>: Reliable service and accessible support are top priorities to minimize disruption and resident complaints.</a:t>
          </a:r>
          <a:endParaRPr lang="en-US" sz="1000" kern="1200" dirty="0"/>
        </a:p>
      </dsp:txBody>
      <dsp:txXfrm>
        <a:off x="3183956" y="2373295"/>
        <a:ext cx="3183956" cy="528585"/>
      </dsp:txXfrm>
    </dsp:sp>
    <dsp:sp modelId="{7EB874D9-8A87-4679-83DD-28BCA6406079}">
      <dsp:nvSpPr>
        <dsp:cNvPr id="0" name=""/>
        <dsp:cNvSpPr/>
      </dsp:nvSpPr>
      <dsp:spPr>
        <a:xfrm rot="10800000">
          <a:off x="0" y="2177"/>
          <a:ext cx="6367912" cy="1767845"/>
        </a:xfrm>
        <a:prstGeom prst="upArrowCallout">
          <a:avLst/>
        </a:prstGeom>
        <a:solidFill>
          <a:schemeClr val="accent2">
            <a:hueOff val="-5112997"/>
            <a:satOff val="-6820"/>
            <a:lumOff val="-20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Role and Influence</a:t>
          </a:r>
          <a:r>
            <a:rPr lang="en-US" sz="1600" kern="1200" dirty="0"/>
            <a:t>: These are often members of HOA boards, building managers, or other officials responsible for making communal decisions. They balance tenant needs with community budget constraints and operational goals.</a:t>
          </a:r>
        </a:p>
      </dsp:txBody>
      <dsp:txXfrm rot="10800000">
        <a:off x="0" y="2177"/>
        <a:ext cx="6367912" cy="114869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E123B7-159D-4AA3-AD16-DBDCE14BF7F0}">
      <dsp:nvSpPr>
        <dsp:cNvPr id="0" name=""/>
        <dsp:cNvSpPr/>
      </dsp:nvSpPr>
      <dsp:spPr>
        <a:xfrm>
          <a:off x="0" y="0"/>
          <a:ext cx="8698071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Awareness</a:t>
          </a:r>
          <a:r>
            <a:rPr lang="en-US" sz="1900" b="0" i="0" kern="1200" baseline="0" dirty="0"/>
            <a:t>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Channels</a:t>
          </a:r>
          <a:r>
            <a:rPr lang="en-US" sz="1500" b="0" i="0" kern="1200" baseline="0" dirty="0"/>
            <a:t>: Google Ads, Facebook, Local Community Events.
Tactics: Target Google Ads on MDU board needs and community-focused content highlighting seamless connectivity for tenant satisfaction.</a:t>
          </a:r>
        </a:p>
      </dsp:txBody>
      <dsp:txXfrm>
        <a:off x="38234" y="38234"/>
        <a:ext cx="7289441" cy="1228933"/>
      </dsp:txXfrm>
    </dsp:sp>
    <dsp:sp modelId="{98F6041E-7B28-4774-B522-5B67ECDB54B0}">
      <dsp:nvSpPr>
        <dsp:cNvPr id="0" name=""/>
        <dsp:cNvSpPr/>
      </dsp:nvSpPr>
      <dsp:spPr>
        <a:xfrm>
          <a:off x="767476" y="1522968"/>
          <a:ext cx="8698071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Consideration</a:t>
          </a:r>
          <a:r>
            <a:rPr lang="en-US" sz="1900" b="0" i="0" kern="1200" baseline="0" dirty="0"/>
            <a:t>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Channels</a:t>
          </a:r>
          <a:r>
            <a:rPr lang="en-US" sz="1500" b="0" i="0" kern="1200" baseline="0" dirty="0"/>
            <a:t>: Email, Direct Mail Campaigns, Local Sponsorships.
Tactics: Send targeted emails and case studies, emphasizing low-maintenance options and dedicated customer support.</a:t>
          </a:r>
        </a:p>
      </dsp:txBody>
      <dsp:txXfrm>
        <a:off x="805710" y="1561202"/>
        <a:ext cx="7005615" cy="1228933"/>
      </dsp:txXfrm>
    </dsp:sp>
    <dsp:sp modelId="{87CC9F57-578A-4722-A366-53ACE0B0D9CD}">
      <dsp:nvSpPr>
        <dsp:cNvPr id="0" name=""/>
        <dsp:cNvSpPr/>
      </dsp:nvSpPr>
      <dsp:spPr>
        <a:xfrm>
          <a:off x="1534953" y="3045936"/>
          <a:ext cx="8698071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Decision</a:t>
          </a:r>
          <a:r>
            <a:rPr lang="en-US" sz="1900" b="0" i="0" kern="1200" baseline="0" dirty="0"/>
            <a:t>: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Channels</a:t>
          </a:r>
          <a:r>
            <a:rPr lang="en-US" sz="1500" b="0" i="0" kern="1200" baseline="0" dirty="0"/>
            <a:t>: Follow-Up Emails, Community Events, In-Person Meetings.
Tactics: Host Q&amp;A sessions or webinars on community-wide upgrades, focusing on cost-benefit analyses and service reliability.</a:t>
          </a:r>
          <a:endParaRPr lang="en-US" sz="1500" kern="1200" dirty="0"/>
        </a:p>
      </dsp:txBody>
      <dsp:txXfrm>
        <a:off x="1573187" y="3084170"/>
        <a:ext cx="7005615" cy="1228933"/>
      </dsp:txXfrm>
    </dsp:sp>
    <dsp:sp modelId="{2C708C08-62BC-4986-884E-A240B4C957C4}">
      <dsp:nvSpPr>
        <dsp:cNvPr id="0" name=""/>
        <dsp:cNvSpPr/>
      </dsp:nvSpPr>
      <dsp:spPr>
        <a:xfrm>
          <a:off x="7849560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40475" y="989929"/>
        <a:ext cx="466680" cy="638504"/>
      </dsp:txXfrm>
    </dsp:sp>
    <dsp:sp modelId="{EE9A5DAB-EEA0-4939-A6A9-40916EA84AED}">
      <dsp:nvSpPr>
        <dsp:cNvPr id="0" name=""/>
        <dsp:cNvSpPr/>
      </dsp:nvSpPr>
      <dsp:spPr>
        <a:xfrm>
          <a:off x="8617037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807952" y="2504195"/>
        <a:ext cx="466680" cy="63850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529D5-2E83-44D5-9FF1-D1500F1DE554}">
      <dsp:nvSpPr>
        <dsp:cNvPr id="0" name=""/>
        <dsp:cNvSpPr/>
      </dsp:nvSpPr>
      <dsp:spPr>
        <a:xfrm>
          <a:off x="0" y="5255568"/>
          <a:ext cx="7494130" cy="11497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Messaging Approach</a:t>
          </a:r>
          <a:r>
            <a:rPr lang="en-US" sz="1400" kern="1200" dirty="0"/>
            <a:t>:</a:t>
          </a:r>
        </a:p>
      </dsp:txBody>
      <dsp:txXfrm>
        <a:off x="0" y="5255568"/>
        <a:ext cx="7494130" cy="620886"/>
      </dsp:txXfrm>
    </dsp:sp>
    <dsp:sp modelId="{AAB0C96F-3925-4564-9CEE-E3FE2476BEC6}">
      <dsp:nvSpPr>
        <dsp:cNvPr id="0" name=""/>
        <dsp:cNvSpPr/>
      </dsp:nvSpPr>
      <dsp:spPr>
        <a:xfrm>
          <a:off x="0" y="5853459"/>
          <a:ext cx="3747065" cy="5289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Value-Driven Messaging:
Highlight the ROI of choosing Celerity Fiber, emphasizing tenant satisfaction, community value, and cost savings.</a:t>
          </a:r>
          <a:endParaRPr lang="en-US" sz="800" kern="1200" dirty="0"/>
        </a:p>
      </dsp:txBody>
      <dsp:txXfrm>
        <a:off x="0" y="5853459"/>
        <a:ext cx="3747065" cy="528903"/>
      </dsp:txXfrm>
    </dsp:sp>
    <dsp:sp modelId="{F3D36B3F-0CDC-410E-B58C-3D313EE5EBC8}">
      <dsp:nvSpPr>
        <dsp:cNvPr id="0" name=""/>
        <dsp:cNvSpPr/>
      </dsp:nvSpPr>
      <dsp:spPr>
        <a:xfrm>
          <a:off x="3747065" y="5853459"/>
          <a:ext cx="3747065" cy="528903"/>
        </a:xfrm>
        <a:prstGeom prst="rect">
          <a:avLst/>
        </a:prstGeom>
        <a:solidFill>
          <a:schemeClr val="accent2">
            <a:tint val="40000"/>
            <a:alpha val="90000"/>
            <a:hueOff val="-571275"/>
            <a:satOff val="-1760"/>
            <a:lumOff val="-5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71275"/>
              <a:satOff val="-1760"/>
              <a:lumOff val="-5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Trust and Credibility:
Showcase partnerships, testimonials, and case studies demonstrating successful implementations with other HOAs.</a:t>
          </a:r>
          <a:endParaRPr lang="en-US" sz="800" kern="1200" dirty="0"/>
        </a:p>
      </dsp:txBody>
      <dsp:txXfrm>
        <a:off x="3747065" y="5853459"/>
        <a:ext cx="3747065" cy="528903"/>
      </dsp:txXfrm>
    </dsp:sp>
    <dsp:sp modelId="{EF9ACA5D-57F5-4949-AEFD-E01C57F17371}">
      <dsp:nvSpPr>
        <dsp:cNvPr id="0" name=""/>
        <dsp:cNvSpPr/>
      </dsp:nvSpPr>
      <dsp:spPr>
        <a:xfrm rot="10800000">
          <a:off x="0" y="3504438"/>
          <a:ext cx="7494130" cy="1768376"/>
        </a:xfrm>
        <a:prstGeom prst="upArrowCallout">
          <a:avLst/>
        </a:prstGeom>
        <a:solidFill>
          <a:schemeClr val="accent2">
            <a:hueOff val="-1704332"/>
            <a:satOff val="-2273"/>
            <a:lumOff val="-67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Pain Points</a:t>
          </a:r>
          <a:r>
            <a:rPr lang="en-US" sz="1400" kern="1200" dirty="0"/>
            <a:t>:</a:t>
          </a:r>
        </a:p>
      </dsp:txBody>
      <dsp:txXfrm rot="-10800000">
        <a:off x="0" y="3504438"/>
        <a:ext cx="7494130" cy="620700"/>
      </dsp:txXfrm>
    </dsp:sp>
    <dsp:sp modelId="{C59688BF-F152-42B3-9F0C-2D316B35CE21}">
      <dsp:nvSpPr>
        <dsp:cNvPr id="0" name=""/>
        <dsp:cNvSpPr/>
      </dsp:nvSpPr>
      <dsp:spPr>
        <a:xfrm>
          <a:off x="3659" y="4125138"/>
          <a:ext cx="2495603" cy="528744"/>
        </a:xfrm>
        <a:prstGeom prst="rect">
          <a:avLst/>
        </a:prstGeom>
        <a:solidFill>
          <a:schemeClr val="accent2">
            <a:tint val="40000"/>
            <a:alpha val="90000"/>
            <a:hueOff val="-1142550"/>
            <a:satOff val="-3521"/>
            <a:lumOff val="-112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42550"/>
              <a:satOff val="-3521"/>
              <a:lumOff val="-11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Complexity of Options:</a:t>
          </a:r>
          <a:endParaRPr lang="en-US" sz="800" kern="1200" dirty="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 dirty="0"/>
            <a:t>Overwhelmed by numerous providers offering similar promises without clear differentiation.</a:t>
          </a:r>
          <a:endParaRPr lang="en-US" sz="600" kern="1200" dirty="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 dirty="0"/>
            <a:t>Difficulty comparing technical specifications, contract terms, and value propositions.</a:t>
          </a:r>
          <a:endParaRPr lang="en-US" sz="600" kern="1200" dirty="0"/>
        </a:p>
      </dsp:txBody>
      <dsp:txXfrm>
        <a:off x="3659" y="4125138"/>
        <a:ext cx="2495603" cy="528744"/>
      </dsp:txXfrm>
    </dsp:sp>
    <dsp:sp modelId="{B79313FC-68E9-403D-8BEE-99A5504BFD52}">
      <dsp:nvSpPr>
        <dsp:cNvPr id="0" name=""/>
        <dsp:cNvSpPr/>
      </dsp:nvSpPr>
      <dsp:spPr>
        <a:xfrm>
          <a:off x="2499263" y="4125138"/>
          <a:ext cx="2495603" cy="528744"/>
        </a:xfrm>
        <a:prstGeom prst="rect">
          <a:avLst/>
        </a:prstGeom>
        <a:solidFill>
          <a:schemeClr val="accent2">
            <a:tint val="40000"/>
            <a:alpha val="90000"/>
            <a:hueOff val="-1713825"/>
            <a:satOff val="-5281"/>
            <a:lumOff val="-16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713825"/>
              <a:satOff val="-5281"/>
              <a:lumOff val="-16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Budget Constraints:</a:t>
          </a:r>
          <a:endParaRPr lang="en-US" sz="800" kern="1200" dirty="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/>
            <a:t>Balancing </a:t>
          </a:r>
          <a:r>
            <a:rPr lang="en-US" sz="600" b="1" kern="1200" dirty="0"/>
            <a:t>HOA financial limitations with the demand for high-quality connectivity services.
Avoiding hidden costs or unexpected service charges that could impact credibility.</a:t>
          </a:r>
          <a:endParaRPr lang="en-US" sz="600" kern="1200" dirty="0"/>
        </a:p>
      </dsp:txBody>
      <dsp:txXfrm>
        <a:off x="2499263" y="4125138"/>
        <a:ext cx="2495603" cy="528744"/>
      </dsp:txXfrm>
    </dsp:sp>
    <dsp:sp modelId="{C9062CA5-D2D7-4910-B712-B507B080BBCD}">
      <dsp:nvSpPr>
        <dsp:cNvPr id="0" name=""/>
        <dsp:cNvSpPr/>
      </dsp:nvSpPr>
      <dsp:spPr>
        <a:xfrm>
          <a:off x="4994866" y="4125138"/>
          <a:ext cx="2495603" cy="528744"/>
        </a:xfrm>
        <a:prstGeom prst="rect">
          <a:avLst/>
        </a:prstGeom>
        <a:solidFill>
          <a:schemeClr val="accent2">
            <a:tint val="40000"/>
            <a:alpha val="90000"/>
            <a:hueOff val="-2285099"/>
            <a:satOff val="-7042"/>
            <a:lumOff val="-224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285099"/>
              <a:satOff val="-7042"/>
              <a:lumOff val="-22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Service Reliability:</a:t>
          </a:r>
          <a:endParaRPr lang="en-US" sz="800" kern="1200" dirty="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/>
            <a:t>Concerned </a:t>
          </a:r>
          <a:r>
            <a:rPr lang="en-US" sz="600" b="1" kern="1200" dirty="0"/>
            <a:t>about recommending a provider that may fall short in tenant satisfaction or service uptime.
Ensuring solutions are future-proof and can scale with community needs.</a:t>
          </a:r>
          <a:endParaRPr lang="en-US" sz="600" kern="1200" dirty="0"/>
        </a:p>
      </dsp:txBody>
      <dsp:txXfrm>
        <a:off x="4994866" y="4125138"/>
        <a:ext cx="2495603" cy="528744"/>
      </dsp:txXfrm>
    </dsp:sp>
    <dsp:sp modelId="{6FDCCCF9-B16D-4AF5-B7C5-FAEAED285B2E}">
      <dsp:nvSpPr>
        <dsp:cNvPr id="0" name=""/>
        <dsp:cNvSpPr/>
      </dsp:nvSpPr>
      <dsp:spPr>
        <a:xfrm rot="10800000">
          <a:off x="0" y="1753308"/>
          <a:ext cx="7494130" cy="1768376"/>
        </a:xfrm>
        <a:prstGeom prst="upArrowCallout">
          <a:avLst/>
        </a:prstGeom>
        <a:solidFill>
          <a:schemeClr val="accent2">
            <a:hueOff val="-3408665"/>
            <a:satOff val="-4547"/>
            <a:lumOff val="-135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Key Drivers</a:t>
          </a:r>
          <a:r>
            <a:rPr lang="en-US" sz="1400" kern="1200"/>
            <a:t>:</a:t>
          </a:r>
        </a:p>
      </dsp:txBody>
      <dsp:txXfrm rot="-10800000">
        <a:off x="0" y="1753308"/>
        <a:ext cx="7494130" cy="620700"/>
      </dsp:txXfrm>
    </dsp:sp>
    <dsp:sp modelId="{ECAD2DDF-2B57-4D18-A448-A1B58481E16D}">
      <dsp:nvSpPr>
        <dsp:cNvPr id="0" name=""/>
        <dsp:cNvSpPr/>
      </dsp:nvSpPr>
      <dsp:spPr>
        <a:xfrm>
          <a:off x="0" y="2374008"/>
          <a:ext cx="1873532" cy="528744"/>
        </a:xfrm>
        <a:prstGeom prst="rect">
          <a:avLst/>
        </a:prstGeom>
        <a:solidFill>
          <a:schemeClr val="accent2">
            <a:tint val="40000"/>
            <a:alpha val="90000"/>
            <a:hueOff val="-2856374"/>
            <a:satOff val="-8802"/>
            <a:lumOff val="-28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56374"/>
              <a:satOff val="-8802"/>
              <a:lumOff val="-2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Community Connectivity: Delivers reliable, high-speed internet and managed </a:t>
          </a:r>
          <a:r>
            <a:rPr lang="en-US" sz="800" b="1" kern="1200" dirty="0" err="1"/>
            <a:t>WiFi</a:t>
          </a:r>
          <a:r>
            <a:rPr lang="en-US" sz="800" b="1" kern="1200" dirty="0"/>
            <a:t> solutions to ensure smooth operations and tenant satisfaction.</a:t>
          </a:r>
          <a:endParaRPr lang="en-US" sz="800" kern="1200" dirty="0"/>
        </a:p>
      </dsp:txBody>
      <dsp:txXfrm>
        <a:off x="0" y="2374008"/>
        <a:ext cx="1873532" cy="528744"/>
      </dsp:txXfrm>
    </dsp:sp>
    <dsp:sp modelId="{EAA04BAE-C096-45CF-8417-A9CB044C3323}">
      <dsp:nvSpPr>
        <dsp:cNvPr id="0" name=""/>
        <dsp:cNvSpPr/>
      </dsp:nvSpPr>
      <dsp:spPr>
        <a:xfrm>
          <a:off x="1873532" y="2374008"/>
          <a:ext cx="1873532" cy="528744"/>
        </a:xfrm>
        <a:prstGeom prst="rect">
          <a:avLst/>
        </a:prstGeom>
        <a:solidFill>
          <a:schemeClr val="accent2">
            <a:tint val="40000"/>
            <a:alpha val="90000"/>
            <a:hueOff val="-3427649"/>
            <a:satOff val="-10562"/>
            <a:lumOff val="-336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427649"/>
              <a:satOff val="-10562"/>
              <a:lumOff val="-33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Cost Efficiency: Balances HOA budget constraints with high-value solutions that promise ROI.</a:t>
          </a:r>
          <a:endParaRPr lang="en-US" sz="800" kern="1200" dirty="0"/>
        </a:p>
      </dsp:txBody>
      <dsp:txXfrm>
        <a:off x="1873532" y="2374008"/>
        <a:ext cx="1873532" cy="528744"/>
      </dsp:txXfrm>
    </dsp:sp>
    <dsp:sp modelId="{97CA003F-95E7-441B-8985-BEF99537FD0F}">
      <dsp:nvSpPr>
        <dsp:cNvPr id="0" name=""/>
        <dsp:cNvSpPr/>
      </dsp:nvSpPr>
      <dsp:spPr>
        <a:xfrm>
          <a:off x="3747065" y="2374008"/>
          <a:ext cx="1873532" cy="528744"/>
        </a:xfrm>
        <a:prstGeom prst="rect">
          <a:avLst/>
        </a:prstGeom>
        <a:solidFill>
          <a:schemeClr val="accent2">
            <a:tint val="40000"/>
            <a:alpha val="90000"/>
            <a:hueOff val="-3998924"/>
            <a:satOff val="-12323"/>
            <a:lumOff val="-392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998924"/>
              <a:satOff val="-12323"/>
              <a:lumOff val="-39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Simplified Implementation: Seeks providers with minimal disruption during installation and excellent ongoing support.</a:t>
          </a:r>
          <a:endParaRPr lang="en-US" sz="800" kern="1200" dirty="0"/>
        </a:p>
      </dsp:txBody>
      <dsp:txXfrm>
        <a:off x="3747065" y="2374008"/>
        <a:ext cx="1873532" cy="528744"/>
      </dsp:txXfrm>
    </dsp:sp>
    <dsp:sp modelId="{4D9EE9D1-5AC9-4719-A781-55B569547A0F}">
      <dsp:nvSpPr>
        <dsp:cNvPr id="0" name=""/>
        <dsp:cNvSpPr/>
      </dsp:nvSpPr>
      <dsp:spPr>
        <a:xfrm>
          <a:off x="5620597" y="2374008"/>
          <a:ext cx="1873532" cy="528744"/>
        </a:xfrm>
        <a:prstGeom prst="rect">
          <a:avLst/>
        </a:prstGeom>
        <a:solidFill>
          <a:schemeClr val="accent2">
            <a:tint val="40000"/>
            <a:alpha val="90000"/>
            <a:hueOff val="-4570199"/>
            <a:satOff val="-14083"/>
            <a:lumOff val="-44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570199"/>
              <a:satOff val="-14083"/>
              <a:lumOff val="-44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/>
            <a:t>Professional </a:t>
          </a:r>
          <a:r>
            <a:rPr lang="en-US" sz="800" b="1" kern="1200" dirty="0"/>
            <a:t>Reputation: Maintains credibility by consistently recommending top-performing and scalable solutions.</a:t>
          </a:r>
          <a:endParaRPr lang="en-US" sz="800" kern="1200" dirty="0"/>
        </a:p>
      </dsp:txBody>
      <dsp:txXfrm>
        <a:off x="5620597" y="2374008"/>
        <a:ext cx="1873532" cy="528744"/>
      </dsp:txXfrm>
    </dsp:sp>
    <dsp:sp modelId="{7EB874D9-8A87-4679-83DD-28BCA6406079}">
      <dsp:nvSpPr>
        <dsp:cNvPr id="0" name=""/>
        <dsp:cNvSpPr/>
      </dsp:nvSpPr>
      <dsp:spPr>
        <a:xfrm rot="10800000">
          <a:off x="0" y="2178"/>
          <a:ext cx="7494130" cy="1768376"/>
        </a:xfrm>
        <a:prstGeom prst="upArrowCallout">
          <a:avLst/>
        </a:prstGeom>
        <a:solidFill>
          <a:schemeClr val="accent2">
            <a:hueOff val="-5112997"/>
            <a:satOff val="-6820"/>
            <a:lumOff val="-20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Role and Influence</a:t>
          </a:r>
          <a:r>
            <a:rPr lang="en-US" sz="1400" kern="1200" dirty="0"/>
            <a:t>: The consultant is a trusted advisor to Homeowners Associations (HOAs), bridging the gap between board priorities and telecom providers to deliver reliable, cost-effective connectivity solutions. With a focus on tenant satisfaction and seamless implementation, they leverage industry best practices, peer referrals, and successful case studies to maintain credibility while recommending scalable, high-performing solutions that align with community needs and budgets.</a:t>
          </a:r>
        </a:p>
      </dsp:txBody>
      <dsp:txXfrm rot="10800000">
        <a:off x="0" y="2178"/>
        <a:ext cx="7494130" cy="114903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F11F7-8326-402E-9D4E-42EDA7F75567}">
      <dsp:nvSpPr>
        <dsp:cNvPr id="0" name=""/>
        <dsp:cNvSpPr/>
      </dsp:nvSpPr>
      <dsp:spPr>
        <a:xfrm>
          <a:off x="0" y="0"/>
          <a:ext cx="8698071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>
              <a:solidFill>
                <a:schemeClr val="bg1"/>
              </a:solidFill>
            </a:rPr>
            <a:t>Awareness</a:t>
          </a:r>
          <a:r>
            <a:rPr lang="en-US" sz="1700" b="0" i="0" kern="1200" baseline="0" dirty="0">
              <a:solidFill>
                <a:schemeClr val="bg1"/>
              </a:solidFill>
            </a:rPr>
            <a:t>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 dirty="0">
              <a:solidFill>
                <a:schemeClr val="bg1"/>
              </a:solidFill>
            </a:rPr>
            <a:t>Channels: </a:t>
          </a:r>
          <a:r>
            <a:rPr lang="en-US" sz="1300" b="0" i="0" kern="1200" baseline="0" dirty="0" err="1">
              <a:solidFill>
                <a:schemeClr val="bg1"/>
              </a:solidFill>
            </a:rPr>
            <a:t>Linkedin</a:t>
          </a:r>
          <a:r>
            <a:rPr lang="en-US" sz="1300" b="0" i="0" kern="1200" baseline="0" dirty="0">
              <a:solidFill>
                <a:schemeClr val="bg1"/>
              </a:solidFill>
            </a:rPr>
            <a:t> Campaigns, SEO Content, Webinars, Industry partnership.
Tactics: Sponsored posts and InMail targeting consultants with job titles like "HOA Consultant" or "Telecom Advisor“. Blog posts. Host sessions such as “Choosing the Right Internet for Your Community: A Consultant’s Guide.”</a:t>
          </a:r>
        </a:p>
      </dsp:txBody>
      <dsp:txXfrm>
        <a:off x="38234" y="38234"/>
        <a:ext cx="7289441" cy="1228933"/>
      </dsp:txXfrm>
    </dsp:sp>
    <dsp:sp modelId="{47F04DA0-BEF3-42FB-8B8E-8646EEE161D0}">
      <dsp:nvSpPr>
        <dsp:cNvPr id="0" name=""/>
        <dsp:cNvSpPr/>
      </dsp:nvSpPr>
      <dsp:spPr>
        <a:xfrm>
          <a:off x="767476" y="1522968"/>
          <a:ext cx="8698071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Consideration</a:t>
          </a:r>
          <a:r>
            <a:rPr lang="en-US" sz="1700" b="0" i="0" kern="1200" baseline="0" dirty="0"/>
            <a:t>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 dirty="0"/>
            <a:t>Channels: Case Studies, Email, Direct Mail Campaigns, Comparison guides and Interactive tools.
Tactics: Send targeted emails and case studies, focusing on tenant satisfaction and cost savings. Develop a ROI calculator for consultants to demonstrate cost-effectiveness to HOA boards.</a:t>
          </a:r>
        </a:p>
      </dsp:txBody>
      <dsp:txXfrm>
        <a:off x="805710" y="1561202"/>
        <a:ext cx="7005615" cy="1228933"/>
      </dsp:txXfrm>
    </dsp:sp>
    <dsp:sp modelId="{2739A2B2-1D4A-4F6B-BC0D-B32E7E48408F}">
      <dsp:nvSpPr>
        <dsp:cNvPr id="0" name=""/>
        <dsp:cNvSpPr/>
      </dsp:nvSpPr>
      <dsp:spPr>
        <a:xfrm>
          <a:off x="1534953" y="3045936"/>
          <a:ext cx="8698071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Decision</a:t>
          </a:r>
          <a:r>
            <a:rPr lang="en-US" sz="1700" b="0" i="0" kern="1200" baseline="0" dirty="0"/>
            <a:t>: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 dirty="0"/>
            <a:t>Channels: Follow-Up Emails, Free consultation, In-Person Meetings.
Tactics: Offer personalized evaluations to understand community needs and recommend specific solutions. Limited-time discounts or bonuses for consultants who recommend Celerity Fiber to HOAs.</a:t>
          </a:r>
          <a:endParaRPr lang="en-US" sz="1300" kern="1200" dirty="0"/>
        </a:p>
      </dsp:txBody>
      <dsp:txXfrm>
        <a:off x="1573187" y="3084170"/>
        <a:ext cx="7005615" cy="1228933"/>
      </dsp:txXfrm>
    </dsp:sp>
    <dsp:sp modelId="{21A92AE1-6346-4B73-B363-645345AC8C57}">
      <dsp:nvSpPr>
        <dsp:cNvPr id="0" name=""/>
        <dsp:cNvSpPr/>
      </dsp:nvSpPr>
      <dsp:spPr>
        <a:xfrm>
          <a:off x="7849560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40475" y="989929"/>
        <a:ext cx="466680" cy="638504"/>
      </dsp:txXfrm>
    </dsp:sp>
    <dsp:sp modelId="{2C1B8FE7-7C88-4126-834A-259CAE90E297}">
      <dsp:nvSpPr>
        <dsp:cNvPr id="0" name=""/>
        <dsp:cNvSpPr/>
      </dsp:nvSpPr>
      <dsp:spPr>
        <a:xfrm>
          <a:off x="8617037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807952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5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50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8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7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6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5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41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8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5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82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1244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80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58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73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99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4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27FB169-96B7-4B5B-BB5A-B7FEC6AEF1A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053B9E7-CC00-4224-885C-B53142D3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27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094B-5EEE-B05E-04F2-9A810F287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8928" y="1827169"/>
            <a:ext cx="6409602" cy="1336655"/>
          </a:xfrm>
        </p:spPr>
        <p:txBody>
          <a:bodyPr>
            <a:normAutofit/>
          </a:bodyPr>
          <a:lstStyle/>
          <a:p>
            <a:r>
              <a:rPr lang="en-US" sz="8800" dirty="0">
                <a:solidFill>
                  <a:srgbClr val="FFFFFF"/>
                </a:solidFill>
              </a:rPr>
              <a:t>Buyer Persona</a:t>
            </a: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C564DB4A-C65A-C8E9-7139-4460EF395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8572" y="1374798"/>
            <a:ext cx="4108404" cy="4108404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3FA75EEC-D436-ED03-022D-6BE995836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928" y="3031838"/>
            <a:ext cx="6513587" cy="270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10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9FC9-85A4-D921-A95C-255572C23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36" y="2618798"/>
            <a:ext cx="4251036" cy="13255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Property Developers</a:t>
            </a:r>
            <a:endParaRPr lang="en-US" sz="4800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5A44F5F-F92D-8001-74A2-DF2AE26740E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97078986"/>
              </p:ext>
            </p:extLst>
          </p:nvPr>
        </p:nvGraphicFramePr>
        <p:xfrm>
          <a:off x="4452938" y="226218"/>
          <a:ext cx="6367462" cy="640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32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4EA1-927B-222F-3E2F-B4A62F2B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err="1"/>
              <a:t>Funnel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A6518B-D73B-55C9-1B73-A50881C520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779046"/>
              </p:ext>
            </p:extLst>
          </p:nvPr>
        </p:nvGraphicFramePr>
        <p:xfrm>
          <a:off x="1120775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6752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8CD69-DE82-6596-1F7D-0E609C13FC4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1450" y="758824"/>
            <a:ext cx="3516313" cy="5340350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Property Managers</a:t>
            </a:r>
            <a:endParaRPr lang="en-US" sz="4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01A5F4-E2C3-AD55-37D0-9CAD1522DC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83899180"/>
              </p:ext>
            </p:extLst>
          </p:nvPr>
        </p:nvGraphicFramePr>
        <p:xfrm>
          <a:off x="4955858" y="226218"/>
          <a:ext cx="6367462" cy="640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92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2209-8D5E-B382-C9CF-E473B21C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err="1"/>
              <a:t>Funnel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BC20937-83A1-C7A8-D101-D403F8151E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281739"/>
              </p:ext>
            </p:extLst>
          </p:nvPr>
        </p:nvGraphicFramePr>
        <p:xfrm>
          <a:off x="1120775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877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0249-BAA4-66D2-055A-83097643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0C02-3F26-2F33-3EE1-779515BA2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Corporate Decision Makers within Property Management Firms</a:t>
            </a:r>
            <a:endParaRPr lang="en-US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D1AFD6-641D-C6C6-8788-DAAFC12527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909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6374-59E7-08BB-EE05-2835634E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err="1"/>
              <a:t>Funnel</a:t>
            </a:r>
            <a:endParaRPr lang="en-US" dirty="0"/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2835A458-B120-DADF-AE26-138862C4C8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2726191"/>
              </p:ext>
            </p:extLst>
          </p:nvPr>
        </p:nvGraphicFramePr>
        <p:xfrm>
          <a:off x="1120775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7487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136A-7E58-0C32-85C2-600A99C6C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56AD-A94C-1C5E-5D52-AF810992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b="1" dirty="0"/>
              <a:t>HOA Decision-Makers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CD4BDB-B392-85DC-7C99-2DC9EA4808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901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C4666-E51D-90DA-4A6C-67FC926B6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C29F-692A-23B4-F90A-1CB6CAF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err="1"/>
              <a:t>Funnel</a:t>
            </a:r>
            <a:endParaRPr lang="en-US" dirty="0"/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8E97556A-477E-74D8-6241-C620AE835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85836"/>
              </p:ext>
            </p:extLst>
          </p:nvPr>
        </p:nvGraphicFramePr>
        <p:xfrm>
          <a:off x="1120775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6650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C39A-C4F2-03E1-E24D-75BFBD11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CC9B2-BEF9-212E-1035-F435AE91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Consultants</a:t>
            </a:r>
            <a:endParaRPr lang="en-US" sz="4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5C28EB-86D6-E340-111C-0E37ED2B2A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7010598"/>
              </p:ext>
            </p:extLst>
          </p:nvPr>
        </p:nvGraphicFramePr>
        <p:xfrm>
          <a:off x="4301630" y="231006"/>
          <a:ext cx="7494130" cy="6407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4128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A63E-CC40-8897-8C3A-513653A0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799B-1106-8AEF-05C2-89EC27D9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err="1"/>
              <a:t>Funnel</a:t>
            </a:r>
            <a:endParaRPr lang="en-US" dirty="0"/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107332E4-87C4-DE1F-04D6-556826ED0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12553"/>
              </p:ext>
            </p:extLst>
          </p:nvPr>
        </p:nvGraphicFramePr>
        <p:xfrm>
          <a:off x="1120775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21217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6338</TotalTime>
  <Words>1535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Depth</vt:lpstr>
      <vt:lpstr>Buyer Persona</vt:lpstr>
      <vt:lpstr>Property Developers</vt:lpstr>
      <vt:lpstr>Funnel</vt:lpstr>
      <vt:lpstr>Property Managers</vt:lpstr>
      <vt:lpstr>Funnel</vt:lpstr>
      <vt:lpstr>Corporate Decision Makers within Property Management Firms</vt:lpstr>
      <vt:lpstr>Funnel</vt:lpstr>
      <vt:lpstr>HOA Decision-Makers</vt:lpstr>
      <vt:lpstr>Funnel</vt:lpstr>
      <vt:lpstr>Consultants</vt:lpstr>
      <vt:lpstr>Funnel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Jose Florez</dc:creator>
  <cp:lastModifiedBy>Juan Jose Florez</cp:lastModifiedBy>
  <cp:revision>1</cp:revision>
  <dcterms:created xsi:type="dcterms:W3CDTF">2024-10-21T13:26:30Z</dcterms:created>
  <dcterms:modified xsi:type="dcterms:W3CDTF">2026-08-05T21:55:16Z</dcterms:modified>
</cp:coreProperties>
</file>